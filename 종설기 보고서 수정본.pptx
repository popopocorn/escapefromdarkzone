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84" r:id="rId1"/>
  </p:sldMasterIdLst>
  <p:notesMasterIdLst>
    <p:notesMasterId r:id="rId30"/>
  </p:notesMasterIdLst>
  <p:sldIdLst>
    <p:sldId id="256" r:id="rId2"/>
    <p:sldId id="258" r:id="rId3"/>
    <p:sldId id="333" r:id="rId4"/>
    <p:sldId id="334" r:id="rId5"/>
    <p:sldId id="313" r:id="rId6"/>
    <p:sldId id="314" r:id="rId7"/>
    <p:sldId id="315" r:id="rId8"/>
    <p:sldId id="316" r:id="rId9"/>
    <p:sldId id="327" r:id="rId10"/>
    <p:sldId id="319" r:id="rId11"/>
    <p:sldId id="326" r:id="rId12"/>
    <p:sldId id="325" r:id="rId13"/>
    <p:sldId id="320" r:id="rId14"/>
    <p:sldId id="323" r:id="rId15"/>
    <p:sldId id="340" r:id="rId16"/>
    <p:sldId id="341" r:id="rId17"/>
    <p:sldId id="328" r:id="rId18"/>
    <p:sldId id="342" r:id="rId19"/>
    <p:sldId id="343" r:id="rId20"/>
    <p:sldId id="345" r:id="rId21"/>
    <p:sldId id="338" r:id="rId22"/>
    <p:sldId id="331" r:id="rId23"/>
    <p:sldId id="332" r:id="rId24"/>
    <p:sldId id="339" r:id="rId25"/>
    <p:sldId id="344" r:id="rId26"/>
    <p:sldId id="335" r:id="rId27"/>
    <p:sldId id="312" r:id="rId28"/>
    <p:sldId id="337" r:id="rId29"/>
  </p:sldIdLst>
  <p:sldSz cx="9144000" cy="5143500" type="screen16x9"/>
  <p:notesSz cx="6858000" cy="9144000"/>
  <p:embeddedFontLst>
    <p:embeddedFont>
      <p:font typeface="Malgun Gothic" panose="020B0503020000020004" pitchFamily="50" charset="-127"/>
      <p:regular r:id="rId31"/>
      <p:bold r:id="rId32"/>
    </p:embeddedFont>
    <p:embeddedFont>
      <p:font typeface="휴먼매직체" panose="02030504000101010101" pitchFamily="18" charset="-127"/>
      <p:regular r:id="rId33"/>
    </p:embeddedFont>
    <p:embeddedFont>
      <p:font typeface="Anton" pitchFamily="2" charset="0"/>
      <p:regular r:id="rId34"/>
    </p:embeddedFont>
    <p:embeddedFont>
      <p:font typeface="Assistant" pitchFamily="2" charset="-79"/>
      <p:regular r:id="rId35"/>
    </p:embeddedFont>
    <p:embeddedFont>
      <p:font typeface="Barlow" panose="00000500000000000000" pitchFamily="2" charset="0"/>
      <p:regular r:id="rId36"/>
      <p:bold r:id="rId37"/>
      <p:italic r:id="rId38"/>
      <p:boldItalic r:id="rId39"/>
    </p:embeddedFont>
    <p:embeddedFont>
      <p:font typeface="Impact" panose="020B0806030902050204" pitchFamily="34" charset="0"/>
      <p:regular r:id="rId40"/>
    </p:embeddedFont>
    <p:embeddedFont>
      <p:font typeface="Noto Sans KR" panose="020B0200000000000000" pitchFamily="50" charset="-127"/>
      <p:regular r:id="rId41"/>
      <p:bold r:id="rId42"/>
    </p:embeddedFont>
    <p:embeddedFont>
      <p:font typeface="Noto Sans KR Black" panose="020B0200000000000000" pitchFamily="50" charset="-127"/>
      <p:bold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35" userDrawn="1">
          <p15:clr>
            <a:srgbClr val="A4A3A4"/>
          </p15:clr>
        </p15:guide>
        <p15:guide id="2" orient="horz" pos="16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9F7"/>
    <a:srgbClr val="FFC000"/>
    <a:srgbClr val="9EAD9A"/>
    <a:srgbClr val="4B5854"/>
    <a:srgbClr val="86887A"/>
    <a:srgbClr val="38433F"/>
    <a:srgbClr val="83956B"/>
    <a:srgbClr val="394541"/>
    <a:srgbClr val="3D4945"/>
    <a:srgbClr val="2F3B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7D6E50-6CB6-4D0D-9CC2-F9A656607190}">
  <a:tblStyle styleId="{387D6E50-6CB6-4D0D-9CC2-F9A65660719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055" autoAdjust="0"/>
  </p:normalViewPr>
  <p:slideViewPr>
    <p:cSldViewPr snapToGrid="0">
      <p:cViewPr varScale="1">
        <p:scale>
          <a:sx n="104" d="100"/>
          <a:sy n="104" d="100"/>
        </p:scale>
        <p:origin x="120" y="1482"/>
      </p:cViewPr>
      <p:guideLst>
        <p:guide pos="2835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 dirty="0">
              <a:solidFill>
                <a:srgbClr val="595959"/>
              </a:solidFill>
              <a:latin typeface="휴먼매직체" panose="02030504000101010101" pitchFamily="18" charset="-127"/>
              <a:ea typeface="휴먼매직체" panose="02030504000101010101" pitchFamily="18" charset="-127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 amt="29000"/>
          </a:blip>
          <a:srcRect l="55982" t="8883"/>
          <a:stretch/>
        </p:blipFill>
        <p:spPr>
          <a:xfrm rot="-5400000">
            <a:off x="5105925" y="-648601"/>
            <a:ext cx="3389451" cy="4686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"/>
          <p:cNvPicPr preferRelativeResize="0"/>
          <p:nvPr/>
        </p:nvPicPr>
        <p:blipFill rotWithShape="1">
          <a:blip r:embed="rId4">
            <a:alphaModFix amt="46000"/>
          </a:blip>
          <a:srcRect l="445" t="24535" r="455" b="47004"/>
          <a:stretch/>
        </p:blipFill>
        <p:spPr>
          <a:xfrm>
            <a:off x="0" y="3263538"/>
            <a:ext cx="9144001" cy="19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713225" y="906675"/>
            <a:ext cx="4930800" cy="1943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nton"/>
              <a:buNone/>
              <a:defRPr sz="9600">
                <a:latin typeface="Noto Sans KR Black" panose="020B0200000000000000" pitchFamily="50" charset="-127"/>
                <a:ea typeface="Noto Sans KR Black" panose="020B0200000000000000" pitchFamily="50" charset="-127"/>
                <a:cs typeface="Noto Sans KR Black" panose="020B0200000000000000" pitchFamily="50" charset="-127"/>
                <a:sym typeface="Anto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713225" y="2850450"/>
            <a:ext cx="44211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3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3"/>
          <p:cNvPicPr preferRelativeResize="0"/>
          <p:nvPr/>
        </p:nvPicPr>
        <p:blipFill rotWithShape="1">
          <a:blip r:embed="rId3">
            <a:alphaModFix amt="26000"/>
          </a:blip>
          <a:srcRect l="445" t="22414" r="455" b="53524"/>
          <a:stretch/>
        </p:blipFill>
        <p:spPr>
          <a:xfrm>
            <a:off x="0" y="3521025"/>
            <a:ext cx="9144001" cy="162247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"/>
          </p:nvPr>
        </p:nvSpPr>
        <p:spPr>
          <a:xfrm>
            <a:off x="1945475" y="2116975"/>
            <a:ext cx="252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2"/>
          </p:nvPr>
        </p:nvSpPr>
        <p:spPr>
          <a:xfrm>
            <a:off x="5452232" y="2116975"/>
            <a:ext cx="252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3"/>
          </p:nvPr>
        </p:nvSpPr>
        <p:spPr>
          <a:xfrm>
            <a:off x="1945475" y="3951375"/>
            <a:ext cx="252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4"/>
          </p:nvPr>
        </p:nvSpPr>
        <p:spPr>
          <a:xfrm>
            <a:off x="5452232" y="3951375"/>
            <a:ext cx="252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5" hasCustomPrompt="1"/>
          </p:nvPr>
        </p:nvSpPr>
        <p:spPr>
          <a:xfrm>
            <a:off x="1162472" y="1702850"/>
            <a:ext cx="783000" cy="572700"/>
          </a:xfrm>
          <a:prstGeom prst="rect">
            <a:avLst/>
          </a:prstGeom>
          <a:noFill/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100"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dirty="0"/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title" idx="6" hasCustomPrompt="1"/>
          </p:nvPr>
        </p:nvSpPr>
        <p:spPr>
          <a:xfrm>
            <a:off x="1162472" y="3603575"/>
            <a:ext cx="783000" cy="572700"/>
          </a:xfrm>
          <a:prstGeom prst="rect">
            <a:avLst/>
          </a:prstGeom>
          <a:noFill/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100"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dirty="0"/>
              <a:t>xx%</a:t>
            </a:r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idx="7" hasCustomPrompt="1"/>
          </p:nvPr>
        </p:nvSpPr>
        <p:spPr>
          <a:xfrm>
            <a:off x="4669200" y="1702850"/>
            <a:ext cx="783000" cy="572700"/>
          </a:xfrm>
          <a:prstGeom prst="rect">
            <a:avLst/>
          </a:prstGeom>
          <a:noFill/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100"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dirty="0"/>
              <a:t>xx%</a:t>
            </a:r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8" hasCustomPrompt="1"/>
          </p:nvPr>
        </p:nvSpPr>
        <p:spPr>
          <a:xfrm>
            <a:off x="4669200" y="3603575"/>
            <a:ext cx="783000" cy="572700"/>
          </a:xfrm>
          <a:prstGeom prst="rect">
            <a:avLst/>
          </a:prstGeom>
          <a:noFill/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100"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dirty="0"/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subTitle" idx="9"/>
          </p:nvPr>
        </p:nvSpPr>
        <p:spPr>
          <a:xfrm>
            <a:off x="1945475" y="1369550"/>
            <a:ext cx="2529300" cy="9060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KR Black" panose="020B0200000000000000" pitchFamily="50" charset="-127"/>
                <a:sym typeface="Ant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 dirty="0"/>
          </a:p>
        </p:txBody>
      </p:sp>
      <p:sp>
        <p:nvSpPr>
          <p:cNvPr id="119" name="Google Shape;119;p13"/>
          <p:cNvSpPr txBox="1">
            <a:spLocks noGrp="1"/>
          </p:cNvSpPr>
          <p:nvPr>
            <p:ph type="subTitle" idx="13"/>
          </p:nvPr>
        </p:nvSpPr>
        <p:spPr>
          <a:xfrm>
            <a:off x="5452228" y="1369550"/>
            <a:ext cx="2529300" cy="9060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KR Black" panose="020B0200000000000000" pitchFamily="50" charset="-127"/>
                <a:sym typeface="Ant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 dirty="0"/>
          </a:p>
        </p:txBody>
      </p:sp>
      <p:sp>
        <p:nvSpPr>
          <p:cNvPr id="120" name="Google Shape;120;p13"/>
          <p:cNvSpPr txBox="1">
            <a:spLocks noGrp="1"/>
          </p:cNvSpPr>
          <p:nvPr>
            <p:ph type="subTitle" idx="14"/>
          </p:nvPr>
        </p:nvSpPr>
        <p:spPr>
          <a:xfrm>
            <a:off x="1945475" y="3204075"/>
            <a:ext cx="2529300" cy="9060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KR Black" panose="020B0200000000000000" pitchFamily="50" charset="-127"/>
                <a:sym typeface="Ant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 dirty="0"/>
          </a:p>
        </p:txBody>
      </p:sp>
      <p:sp>
        <p:nvSpPr>
          <p:cNvPr id="121" name="Google Shape;121;p13"/>
          <p:cNvSpPr txBox="1">
            <a:spLocks noGrp="1"/>
          </p:cNvSpPr>
          <p:nvPr>
            <p:ph type="subTitle" idx="15"/>
          </p:nvPr>
        </p:nvSpPr>
        <p:spPr>
          <a:xfrm>
            <a:off x="5452225" y="3204075"/>
            <a:ext cx="2529300" cy="9060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KR Black" panose="020B0200000000000000" pitchFamily="50" charset="-127"/>
                <a:sym typeface="Anton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nton"/>
              <a:buNone/>
              <a:defRPr sz="2400"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3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6"/>
          <p:cNvPicPr preferRelativeResize="0"/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/>
          <p:cNvPicPr preferRelativeResize="0"/>
          <p:nvPr/>
        </p:nvPicPr>
        <p:blipFill rotWithShape="1">
          <a:blip r:embed="rId3">
            <a:alphaModFix amt="40000"/>
          </a:blip>
          <a:srcRect t="52810" b="4082"/>
          <a:stretch/>
        </p:blipFill>
        <p:spPr>
          <a:xfrm rot="10800000">
            <a:off x="9650" y="2512150"/>
            <a:ext cx="9144000" cy="263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_AND_BODY_2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5"/>
          <p:cNvPicPr preferRelativeResize="0"/>
          <p:nvPr/>
        </p:nvPicPr>
        <p:blipFill rotWithShape="1">
          <a:blip r:embed="rId2">
            <a:alphaModFix amt="40000"/>
          </a:blip>
          <a:srcRect l="51241" r="23032"/>
          <a:stretch/>
        </p:blipFill>
        <p:spPr>
          <a:xfrm>
            <a:off x="7163075" y="0"/>
            <a:ext cx="198092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5"/>
          <p:cNvPicPr preferRelativeResize="0"/>
          <p:nvPr/>
        </p:nvPicPr>
        <p:blipFill rotWithShape="1">
          <a:blip r:embed="rId2">
            <a:alphaModFix amt="40000"/>
          </a:blip>
          <a:srcRect l="30148" r="40720"/>
          <a:stretch/>
        </p:blipFill>
        <p:spPr>
          <a:xfrm>
            <a:off x="2" y="0"/>
            <a:ext cx="22431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5"/>
          <p:cNvPicPr preferRelativeResize="0"/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5"/>
          <p:cNvSpPr txBox="1">
            <a:spLocks noGrp="1"/>
          </p:cNvSpPr>
          <p:nvPr>
            <p:ph type="subTitle" idx="1"/>
          </p:nvPr>
        </p:nvSpPr>
        <p:spPr>
          <a:xfrm>
            <a:off x="4667675" y="1163050"/>
            <a:ext cx="3763200" cy="344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4078"/>
              </a:buClr>
              <a:buSzPts val="1400"/>
              <a:buFont typeface="Assistant"/>
              <a:buChar char="●"/>
              <a:defRPr b="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■"/>
              <a:defRPr/>
            </a:lvl9pPr>
          </a:lstStyle>
          <a:p>
            <a:endParaRPr dirty="0"/>
          </a:p>
        </p:txBody>
      </p:sp>
      <p:sp>
        <p:nvSpPr>
          <p:cNvPr id="226" name="Google Shape;226;p25"/>
          <p:cNvSpPr txBox="1">
            <a:spLocks noGrp="1"/>
          </p:cNvSpPr>
          <p:nvPr>
            <p:ph type="subTitle" idx="2"/>
          </p:nvPr>
        </p:nvSpPr>
        <p:spPr>
          <a:xfrm>
            <a:off x="713225" y="1163050"/>
            <a:ext cx="3763200" cy="344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ssistant"/>
              <a:buChar char="●"/>
              <a:defRPr b="0"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3"/>
              </a:buClr>
              <a:buSzPts val="1400"/>
              <a:buFont typeface="Assistant"/>
              <a:buChar char="■"/>
              <a:defRPr/>
            </a:lvl9pPr>
          </a:lstStyle>
          <a:p>
            <a:endParaRPr dirty="0"/>
          </a:p>
        </p:txBody>
      </p:sp>
      <p:sp>
        <p:nvSpPr>
          <p:cNvPr id="227" name="Google Shape;227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34"/>
          <p:cNvPicPr preferRelativeResize="0"/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34"/>
          <p:cNvPicPr preferRelativeResize="0"/>
          <p:nvPr/>
        </p:nvPicPr>
        <p:blipFill rotWithShape="1">
          <a:blip r:embed="rId3">
            <a:alphaModFix amt="40000"/>
          </a:blip>
          <a:srcRect t="52810" b="4082"/>
          <a:stretch/>
        </p:blipFill>
        <p:spPr>
          <a:xfrm rot="10800000">
            <a:off x="9650" y="2512150"/>
            <a:ext cx="9144000" cy="263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4"/>
          <p:cNvPicPr preferRelativeResize="0"/>
          <p:nvPr/>
        </p:nvPicPr>
        <p:blipFill rotWithShape="1">
          <a:blip r:embed="rId3">
            <a:alphaModFix amt="40000"/>
          </a:blip>
          <a:srcRect t="52810" b="4082"/>
          <a:stretch/>
        </p:blipFill>
        <p:spPr>
          <a:xfrm>
            <a:off x="9650" y="0"/>
            <a:ext cx="9144000" cy="263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35"/>
          <p:cNvPicPr preferRelativeResize="0"/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 flipH="1">
            <a:off x="-2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5"/>
          <p:cNvPicPr preferRelativeResize="0"/>
          <p:nvPr/>
        </p:nvPicPr>
        <p:blipFill rotWithShape="1">
          <a:blip r:embed="rId3">
            <a:alphaModFix amt="30000"/>
          </a:blip>
          <a:srcRect b="-23992"/>
          <a:stretch/>
        </p:blipFill>
        <p:spPr>
          <a:xfrm rot="-5400000">
            <a:off x="-715536" y="736003"/>
            <a:ext cx="5154475" cy="386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5"/>
          <p:cNvPicPr preferRelativeResize="0"/>
          <p:nvPr/>
        </p:nvPicPr>
        <p:blipFill rotWithShape="1">
          <a:blip r:embed="rId3">
            <a:alphaModFix amt="30000"/>
          </a:blip>
          <a:srcRect b="-21698"/>
          <a:stretch/>
        </p:blipFill>
        <p:spPr>
          <a:xfrm rot="5400000">
            <a:off x="4669112" y="679587"/>
            <a:ext cx="5154475" cy="37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 userDrawn="1">
  <p:cSld name="Title and three columns 1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17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3D494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23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59" r:id="rId3"/>
    <p:sldLayoutId id="2147483662" r:id="rId4"/>
    <p:sldLayoutId id="2147483671" r:id="rId5"/>
    <p:sldLayoutId id="2147483680" r:id="rId6"/>
    <p:sldLayoutId id="2147483681" r:id="rId7"/>
    <p:sldLayoutId id="2147483685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Noto Sans KR Black" panose="020B0200000000000000" pitchFamily="50" charset="-127"/>
          <a:ea typeface="Noto Sans KR Black" panose="020B0200000000000000" pitchFamily="50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Noto Sans KR" panose="020B0200000000000000" pitchFamily="50" charset="-127"/>
          <a:ea typeface="Noto Sans KR" panose="020B0200000000000000" pitchFamily="50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4945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0" name="Google Shape;380;p39"/>
          <p:cNvGrpSpPr/>
          <p:nvPr/>
        </p:nvGrpSpPr>
        <p:grpSpPr>
          <a:xfrm>
            <a:off x="-714438" y="3005653"/>
            <a:ext cx="10499852" cy="3432297"/>
            <a:chOff x="-703227" y="2924403"/>
            <a:chExt cx="10499852" cy="3432297"/>
          </a:xfrm>
        </p:grpSpPr>
        <p:sp>
          <p:nvSpPr>
            <p:cNvPr id="381" name="Google Shape;381;p39"/>
            <p:cNvSpPr/>
            <p:nvPr/>
          </p:nvSpPr>
          <p:spPr>
            <a:xfrm rot="-1183418">
              <a:off x="-485748" y="3389457"/>
              <a:ext cx="3034260" cy="1600582"/>
            </a:xfrm>
            <a:custGeom>
              <a:avLst/>
              <a:gdLst/>
              <a:ahLst/>
              <a:cxnLst/>
              <a:rect l="l" t="t" r="r" b="b"/>
              <a:pathLst>
                <a:path w="39541" h="20858" extrusionOk="0">
                  <a:moveTo>
                    <a:pt x="5740" y="2558"/>
                  </a:moveTo>
                  <a:lnTo>
                    <a:pt x="8619" y="2231"/>
                  </a:lnTo>
                  <a:lnTo>
                    <a:pt x="12153" y="1"/>
                  </a:lnTo>
                  <a:cubicBezTo>
                    <a:pt x="12153" y="1"/>
                    <a:pt x="13963" y="1020"/>
                    <a:pt x="14612" y="1020"/>
                  </a:cubicBezTo>
                  <a:cubicBezTo>
                    <a:pt x="15260" y="1020"/>
                    <a:pt x="17219" y="1434"/>
                    <a:pt x="17219" y="1434"/>
                  </a:cubicBezTo>
                  <a:lnTo>
                    <a:pt x="18281" y="2453"/>
                  </a:lnTo>
                  <a:lnTo>
                    <a:pt x="18702" y="4875"/>
                  </a:lnTo>
                  <a:cubicBezTo>
                    <a:pt x="18702" y="4875"/>
                    <a:pt x="20561" y="6593"/>
                    <a:pt x="21581" y="6549"/>
                  </a:cubicBezTo>
                  <a:cubicBezTo>
                    <a:pt x="22600" y="6500"/>
                    <a:pt x="24880" y="6827"/>
                    <a:pt x="24880" y="6827"/>
                  </a:cubicBezTo>
                  <a:lnTo>
                    <a:pt x="25806" y="10170"/>
                  </a:lnTo>
                  <a:cubicBezTo>
                    <a:pt x="25806" y="10170"/>
                    <a:pt x="26362" y="11560"/>
                    <a:pt x="26591" y="11844"/>
                  </a:cubicBezTo>
                  <a:lnTo>
                    <a:pt x="28030" y="12863"/>
                  </a:lnTo>
                  <a:lnTo>
                    <a:pt x="33232" y="13840"/>
                  </a:lnTo>
                  <a:lnTo>
                    <a:pt x="35419" y="14025"/>
                  </a:lnTo>
                  <a:lnTo>
                    <a:pt x="36254" y="15607"/>
                  </a:lnTo>
                  <a:cubicBezTo>
                    <a:pt x="36254" y="15607"/>
                    <a:pt x="36717" y="17466"/>
                    <a:pt x="37273" y="17608"/>
                  </a:cubicBezTo>
                  <a:cubicBezTo>
                    <a:pt x="37829" y="17744"/>
                    <a:pt x="38570" y="18535"/>
                    <a:pt x="38570" y="18535"/>
                  </a:cubicBezTo>
                  <a:lnTo>
                    <a:pt x="39540" y="20302"/>
                  </a:lnTo>
                  <a:lnTo>
                    <a:pt x="28716" y="20024"/>
                  </a:lnTo>
                  <a:lnTo>
                    <a:pt x="28809" y="20815"/>
                  </a:lnTo>
                  <a:lnTo>
                    <a:pt x="27604" y="20858"/>
                  </a:lnTo>
                  <a:lnTo>
                    <a:pt x="13710" y="20722"/>
                  </a:lnTo>
                  <a:lnTo>
                    <a:pt x="9854" y="20765"/>
                  </a:lnTo>
                  <a:lnTo>
                    <a:pt x="6697" y="20580"/>
                  </a:lnTo>
                  <a:lnTo>
                    <a:pt x="5209" y="20629"/>
                  </a:lnTo>
                  <a:cubicBezTo>
                    <a:pt x="5209" y="20629"/>
                    <a:pt x="939" y="16539"/>
                    <a:pt x="464" y="15699"/>
                  </a:cubicBezTo>
                  <a:cubicBezTo>
                    <a:pt x="0" y="14865"/>
                    <a:pt x="93" y="13098"/>
                    <a:pt x="278" y="12079"/>
                  </a:cubicBezTo>
                  <a:cubicBezTo>
                    <a:pt x="464" y="11059"/>
                    <a:pt x="1255" y="10077"/>
                    <a:pt x="2138" y="9243"/>
                  </a:cubicBezTo>
                  <a:cubicBezTo>
                    <a:pt x="3021" y="8409"/>
                    <a:pt x="4189" y="5901"/>
                    <a:pt x="4189" y="5901"/>
                  </a:cubicBezTo>
                  <a:lnTo>
                    <a:pt x="4189" y="4647"/>
                  </a:lnTo>
                  <a:lnTo>
                    <a:pt x="5437" y="3442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2" name="Google Shape;382;p39"/>
            <p:cNvGrpSpPr/>
            <p:nvPr/>
          </p:nvGrpSpPr>
          <p:grpSpPr>
            <a:xfrm>
              <a:off x="-703227" y="4354718"/>
              <a:ext cx="10499852" cy="2001982"/>
              <a:chOff x="-703227" y="4354718"/>
              <a:chExt cx="10499852" cy="2001982"/>
            </a:xfrm>
          </p:grpSpPr>
          <p:grpSp>
            <p:nvGrpSpPr>
              <p:cNvPr id="383" name="Google Shape;383;p39"/>
              <p:cNvGrpSpPr/>
              <p:nvPr/>
            </p:nvGrpSpPr>
            <p:grpSpPr>
              <a:xfrm>
                <a:off x="-703227" y="4354718"/>
                <a:ext cx="10217380" cy="1953430"/>
                <a:chOff x="-55080" y="4663610"/>
                <a:chExt cx="2919168" cy="558123"/>
              </a:xfrm>
            </p:grpSpPr>
            <p:sp>
              <p:nvSpPr>
                <p:cNvPr id="384" name="Google Shape;384;p39"/>
                <p:cNvSpPr/>
                <p:nvPr/>
              </p:nvSpPr>
              <p:spPr>
                <a:xfrm>
                  <a:off x="34040" y="4663610"/>
                  <a:ext cx="2804243" cy="5379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650" h="18158" extrusionOk="0">
                      <a:moveTo>
                        <a:pt x="934" y="3843"/>
                      </a:moveTo>
                      <a:lnTo>
                        <a:pt x="24719" y="1"/>
                      </a:lnTo>
                      <a:lnTo>
                        <a:pt x="42061" y="1"/>
                      </a:lnTo>
                      <a:lnTo>
                        <a:pt x="94650" y="5758"/>
                      </a:lnTo>
                      <a:lnTo>
                        <a:pt x="94650" y="18158"/>
                      </a:lnTo>
                      <a:lnTo>
                        <a:pt x="1" y="18158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5" name="Google Shape;385;p39"/>
                <p:cNvSpPr/>
                <p:nvPr/>
              </p:nvSpPr>
              <p:spPr>
                <a:xfrm>
                  <a:off x="1390386" y="4675698"/>
                  <a:ext cx="1447896" cy="2899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70" h="9787" extrusionOk="0">
                      <a:moveTo>
                        <a:pt x="42209" y="4628"/>
                      </a:moveTo>
                      <a:lnTo>
                        <a:pt x="45972" y="5598"/>
                      </a:lnTo>
                      <a:lnTo>
                        <a:pt x="46534" y="7278"/>
                      </a:lnTo>
                      <a:lnTo>
                        <a:pt x="45231" y="7507"/>
                      </a:lnTo>
                      <a:lnTo>
                        <a:pt x="36217" y="7970"/>
                      </a:lnTo>
                      <a:lnTo>
                        <a:pt x="32040" y="5888"/>
                      </a:lnTo>
                      <a:lnTo>
                        <a:pt x="37415" y="4103"/>
                      </a:lnTo>
                      <a:lnTo>
                        <a:pt x="1" y="0"/>
                      </a:lnTo>
                      <a:lnTo>
                        <a:pt x="2633" y="680"/>
                      </a:lnTo>
                      <a:lnTo>
                        <a:pt x="2725" y="2533"/>
                      </a:lnTo>
                      <a:lnTo>
                        <a:pt x="5975" y="3003"/>
                      </a:lnTo>
                      <a:lnTo>
                        <a:pt x="10435" y="3466"/>
                      </a:lnTo>
                      <a:lnTo>
                        <a:pt x="22983" y="5227"/>
                      </a:lnTo>
                      <a:lnTo>
                        <a:pt x="21216" y="6629"/>
                      </a:lnTo>
                      <a:lnTo>
                        <a:pt x="26882" y="9323"/>
                      </a:lnTo>
                      <a:lnTo>
                        <a:pt x="43890" y="8112"/>
                      </a:lnTo>
                      <a:lnTo>
                        <a:pt x="48808" y="9786"/>
                      </a:lnTo>
                      <a:lnTo>
                        <a:pt x="48870" y="9786"/>
                      </a:lnTo>
                      <a:lnTo>
                        <a:pt x="48870" y="5350"/>
                      </a:lnTo>
                      <a:close/>
                    </a:path>
                  </a:pathLst>
                </a:custGeom>
                <a:solidFill>
                  <a:srgbClr val="000000">
                    <a:alpha val="419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6" name="Google Shape;386;p39"/>
                <p:cNvSpPr/>
                <p:nvPr/>
              </p:nvSpPr>
              <p:spPr>
                <a:xfrm>
                  <a:off x="-55080" y="5115163"/>
                  <a:ext cx="1158139" cy="955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90" h="3226" extrusionOk="0">
                      <a:moveTo>
                        <a:pt x="0" y="3226"/>
                      </a:moveTo>
                      <a:cubicBezTo>
                        <a:pt x="185" y="3195"/>
                        <a:pt x="14871" y="1576"/>
                        <a:pt x="14871" y="1576"/>
                      </a:cubicBezTo>
                      <a:lnTo>
                        <a:pt x="20320" y="792"/>
                      </a:lnTo>
                      <a:lnTo>
                        <a:pt x="24218" y="1"/>
                      </a:lnTo>
                      <a:lnTo>
                        <a:pt x="28555" y="1014"/>
                      </a:lnTo>
                      <a:lnTo>
                        <a:pt x="36056" y="1743"/>
                      </a:lnTo>
                      <a:lnTo>
                        <a:pt x="39089" y="3226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" name="Google Shape;387;p39"/>
                <p:cNvSpPr/>
                <p:nvPr/>
              </p:nvSpPr>
              <p:spPr>
                <a:xfrm>
                  <a:off x="47964" y="4663610"/>
                  <a:ext cx="884114" cy="323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41" h="10930" extrusionOk="0">
                      <a:moveTo>
                        <a:pt x="0" y="10930"/>
                      </a:moveTo>
                      <a:lnTo>
                        <a:pt x="11053" y="10658"/>
                      </a:lnTo>
                      <a:lnTo>
                        <a:pt x="11177" y="8489"/>
                      </a:lnTo>
                      <a:lnTo>
                        <a:pt x="7711" y="7377"/>
                      </a:lnTo>
                      <a:lnTo>
                        <a:pt x="11671" y="5944"/>
                      </a:lnTo>
                      <a:lnTo>
                        <a:pt x="29569" y="2231"/>
                      </a:lnTo>
                      <a:lnTo>
                        <a:pt x="28642" y="933"/>
                      </a:lnTo>
                      <a:lnTo>
                        <a:pt x="29841" y="1"/>
                      </a:lnTo>
                      <a:lnTo>
                        <a:pt x="27950" y="1"/>
                      </a:lnTo>
                      <a:lnTo>
                        <a:pt x="27777" y="124"/>
                      </a:lnTo>
                      <a:lnTo>
                        <a:pt x="20400" y="872"/>
                      </a:lnTo>
                      <a:lnTo>
                        <a:pt x="23008" y="1922"/>
                      </a:lnTo>
                      <a:lnTo>
                        <a:pt x="20845" y="2293"/>
                      </a:lnTo>
                      <a:lnTo>
                        <a:pt x="13839" y="3411"/>
                      </a:lnTo>
                      <a:lnTo>
                        <a:pt x="8946" y="2725"/>
                      </a:lnTo>
                      <a:lnTo>
                        <a:pt x="8891" y="2484"/>
                      </a:lnTo>
                      <a:lnTo>
                        <a:pt x="464" y="3843"/>
                      </a:lnTo>
                      <a:close/>
                    </a:path>
                  </a:pathLst>
                </a:custGeom>
                <a:solidFill>
                  <a:srgbClr val="000000">
                    <a:alpha val="419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8" name="Google Shape;388;p39"/>
                <p:cNvSpPr/>
                <p:nvPr/>
              </p:nvSpPr>
              <p:spPr>
                <a:xfrm>
                  <a:off x="1485757" y="4874854"/>
                  <a:ext cx="1378331" cy="3468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522" h="11708" extrusionOk="0">
                      <a:moveTo>
                        <a:pt x="0" y="1297"/>
                      </a:moveTo>
                      <a:lnTo>
                        <a:pt x="6444" y="2230"/>
                      </a:lnTo>
                      <a:lnTo>
                        <a:pt x="5147" y="2910"/>
                      </a:lnTo>
                      <a:lnTo>
                        <a:pt x="11399" y="3651"/>
                      </a:lnTo>
                      <a:lnTo>
                        <a:pt x="11893" y="4146"/>
                      </a:lnTo>
                      <a:lnTo>
                        <a:pt x="11708" y="5017"/>
                      </a:lnTo>
                      <a:lnTo>
                        <a:pt x="26820" y="6746"/>
                      </a:lnTo>
                      <a:lnTo>
                        <a:pt x="25399" y="7241"/>
                      </a:lnTo>
                      <a:lnTo>
                        <a:pt x="26696" y="8544"/>
                      </a:lnTo>
                      <a:lnTo>
                        <a:pt x="16916" y="9039"/>
                      </a:lnTo>
                      <a:lnTo>
                        <a:pt x="13876" y="11028"/>
                      </a:lnTo>
                      <a:lnTo>
                        <a:pt x="46274" y="11707"/>
                      </a:lnTo>
                      <a:lnTo>
                        <a:pt x="46522" y="6190"/>
                      </a:lnTo>
                      <a:lnTo>
                        <a:pt x="43921" y="5264"/>
                      </a:lnTo>
                      <a:lnTo>
                        <a:pt x="40949" y="2477"/>
                      </a:lnTo>
                      <a:lnTo>
                        <a:pt x="24219" y="2972"/>
                      </a:lnTo>
                      <a:lnTo>
                        <a:pt x="19826" y="2169"/>
                      </a:lnTo>
                      <a:lnTo>
                        <a:pt x="16409" y="1915"/>
                      </a:lnTo>
                      <a:lnTo>
                        <a:pt x="13691" y="0"/>
                      </a:lnTo>
                      <a:lnTo>
                        <a:pt x="10466" y="92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9" name="Google Shape;389;p39"/>
                <p:cNvSpPr/>
                <p:nvPr/>
              </p:nvSpPr>
              <p:spPr>
                <a:xfrm>
                  <a:off x="1793261" y="4874854"/>
                  <a:ext cx="98156" cy="151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13" h="5104" extrusionOk="0">
                      <a:moveTo>
                        <a:pt x="1020" y="3651"/>
                      </a:moveTo>
                      <a:lnTo>
                        <a:pt x="1514" y="4146"/>
                      </a:lnTo>
                      <a:lnTo>
                        <a:pt x="1329" y="5017"/>
                      </a:lnTo>
                      <a:lnTo>
                        <a:pt x="2101" y="5103"/>
                      </a:lnTo>
                      <a:lnTo>
                        <a:pt x="3312" y="0"/>
                      </a:lnTo>
                      <a:lnTo>
                        <a:pt x="87" y="927"/>
                      </a:lnTo>
                      <a:lnTo>
                        <a:pt x="1" y="3528"/>
                      </a:lnTo>
                      <a:close/>
                    </a:path>
                  </a:pathLst>
                </a:custGeom>
                <a:solidFill>
                  <a:srgbClr val="000000">
                    <a:alpha val="419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0" name="Google Shape;390;p39"/>
                <p:cNvSpPr/>
                <p:nvPr/>
              </p:nvSpPr>
              <p:spPr>
                <a:xfrm>
                  <a:off x="2474546" y="5027673"/>
                  <a:ext cx="147189" cy="1878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8" h="6340" extrusionOk="0">
                      <a:moveTo>
                        <a:pt x="4968" y="112"/>
                      </a:moveTo>
                      <a:lnTo>
                        <a:pt x="3856" y="1"/>
                      </a:lnTo>
                      <a:lnTo>
                        <a:pt x="2064" y="4696"/>
                      </a:lnTo>
                      <a:lnTo>
                        <a:pt x="1020" y="4554"/>
                      </a:lnTo>
                      <a:lnTo>
                        <a:pt x="1255" y="2509"/>
                      </a:lnTo>
                      <a:lnTo>
                        <a:pt x="909" y="2348"/>
                      </a:lnTo>
                      <a:cubicBezTo>
                        <a:pt x="909" y="2348"/>
                        <a:pt x="260" y="5172"/>
                        <a:pt x="1" y="6278"/>
                      </a:cubicBezTo>
                      <a:lnTo>
                        <a:pt x="3102" y="6339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1" name="Google Shape;391;p39"/>
                <p:cNvSpPr/>
                <p:nvPr/>
              </p:nvSpPr>
              <p:spPr>
                <a:xfrm>
                  <a:off x="1855509" y="4874854"/>
                  <a:ext cx="116436" cy="1612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0" h="5443" extrusionOk="0">
                      <a:moveTo>
                        <a:pt x="2966" y="5443"/>
                      </a:moveTo>
                      <a:lnTo>
                        <a:pt x="3929" y="1915"/>
                      </a:lnTo>
                      <a:lnTo>
                        <a:pt x="1211" y="0"/>
                      </a:lnTo>
                      <a:lnTo>
                        <a:pt x="0" y="5103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2" name="Google Shape;392;p39"/>
                <p:cNvSpPr/>
                <p:nvPr/>
              </p:nvSpPr>
              <p:spPr>
                <a:xfrm>
                  <a:off x="1896869" y="5074721"/>
                  <a:ext cx="492587" cy="1371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26" h="4628" extrusionOk="0">
                      <a:moveTo>
                        <a:pt x="12944" y="0"/>
                      </a:moveTo>
                      <a:lnTo>
                        <a:pt x="11523" y="495"/>
                      </a:lnTo>
                      <a:lnTo>
                        <a:pt x="12820" y="1798"/>
                      </a:lnTo>
                      <a:lnTo>
                        <a:pt x="3040" y="2293"/>
                      </a:lnTo>
                      <a:lnTo>
                        <a:pt x="0" y="4282"/>
                      </a:lnTo>
                      <a:lnTo>
                        <a:pt x="16626" y="462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3" name="Google Shape;393;p39"/>
                <p:cNvSpPr/>
                <p:nvPr/>
              </p:nvSpPr>
              <p:spPr>
                <a:xfrm>
                  <a:off x="2213172" y="4979350"/>
                  <a:ext cx="66099" cy="952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1" h="3214" extrusionOk="0">
                      <a:moveTo>
                        <a:pt x="2039" y="2231"/>
                      </a:moveTo>
                      <a:lnTo>
                        <a:pt x="742" y="1539"/>
                      </a:lnTo>
                      <a:lnTo>
                        <a:pt x="0" y="1"/>
                      </a:lnTo>
                      <a:cubicBezTo>
                        <a:pt x="0" y="1"/>
                        <a:pt x="93" y="1836"/>
                        <a:pt x="149" y="2972"/>
                      </a:cubicBezTo>
                      <a:lnTo>
                        <a:pt x="2231" y="3213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4" name="Google Shape;394;p39"/>
                <p:cNvSpPr/>
                <p:nvPr/>
              </p:nvSpPr>
              <p:spPr>
                <a:xfrm>
                  <a:off x="1638221" y="4940923"/>
                  <a:ext cx="45241" cy="25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7" h="860" extrusionOk="0">
                      <a:moveTo>
                        <a:pt x="1298" y="0"/>
                      </a:moveTo>
                      <a:lnTo>
                        <a:pt x="1" y="680"/>
                      </a:lnTo>
                      <a:lnTo>
                        <a:pt x="1527" y="859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5" name="Google Shape;395;p39"/>
                <p:cNvSpPr/>
                <p:nvPr/>
              </p:nvSpPr>
              <p:spPr>
                <a:xfrm>
                  <a:off x="1572892" y="5118481"/>
                  <a:ext cx="438043" cy="831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85" h="2805" extrusionOk="0">
                      <a:moveTo>
                        <a:pt x="13975" y="816"/>
                      </a:moveTo>
                      <a:lnTo>
                        <a:pt x="12078" y="692"/>
                      </a:lnTo>
                      <a:lnTo>
                        <a:pt x="7383" y="877"/>
                      </a:lnTo>
                      <a:lnTo>
                        <a:pt x="7809" y="371"/>
                      </a:lnTo>
                      <a:lnTo>
                        <a:pt x="5486" y="0"/>
                      </a:lnTo>
                      <a:lnTo>
                        <a:pt x="0" y="0"/>
                      </a:lnTo>
                      <a:lnTo>
                        <a:pt x="5437" y="278"/>
                      </a:lnTo>
                      <a:lnTo>
                        <a:pt x="7290" y="463"/>
                      </a:lnTo>
                      <a:lnTo>
                        <a:pt x="6691" y="1019"/>
                      </a:lnTo>
                      <a:lnTo>
                        <a:pt x="4838" y="1205"/>
                      </a:lnTo>
                      <a:lnTo>
                        <a:pt x="7105" y="1248"/>
                      </a:lnTo>
                      <a:lnTo>
                        <a:pt x="11986" y="970"/>
                      </a:lnTo>
                      <a:lnTo>
                        <a:pt x="13468" y="1143"/>
                      </a:lnTo>
                      <a:lnTo>
                        <a:pt x="14068" y="2805"/>
                      </a:lnTo>
                      <a:lnTo>
                        <a:pt x="14784" y="2805"/>
                      </a:lnTo>
                      <a:close/>
                    </a:path>
                  </a:pathLst>
                </a:custGeom>
                <a:solidFill>
                  <a:srgbClr val="000000">
                    <a:alpha val="4194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6" name="Google Shape;396;p39"/>
                <p:cNvSpPr/>
                <p:nvPr/>
              </p:nvSpPr>
              <p:spPr>
                <a:xfrm>
                  <a:off x="1113073" y="5042694"/>
                  <a:ext cx="205230" cy="99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27" h="3343" extrusionOk="0">
                      <a:moveTo>
                        <a:pt x="6926" y="0"/>
                      </a:moveTo>
                      <a:cubicBezTo>
                        <a:pt x="6791" y="50"/>
                        <a:pt x="3862" y="1020"/>
                        <a:pt x="3862" y="1020"/>
                      </a:cubicBezTo>
                      <a:lnTo>
                        <a:pt x="5295" y="1347"/>
                      </a:lnTo>
                      <a:lnTo>
                        <a:pt x="1" y="3343"/>
                      </a:lnTo>
                      <a:lnTo>
                        <a:pt x="5994" y="1298"/>
                      </a:lnTo>
                      <a:lnTo>
                        <a:pt x="4832" y="97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" name="Google Shape;397;p39"/>
                <p:cNvSpPr/>
                <p:nvPr/>
              </p:nvSpPr>
              <p:spPr>
                <a:xfrm>
                  <a:off x="778312" y="4663610"/>
                  <a:ext cx="546390" cy="352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42" h="11906" extrusionOk="0">
                      <a:moveTo>
                        <a:pt x="10107" y="1"/>
                      </a:moveTo>
                      <a:lnTo>
                        <a:pt x="7877" y="1"/>
                      </a:lnTo>
                      <a:lnTo>
                        <a:pt x="7253" y="940"/>
                      </a:lnTo>
                      <a:lnTo>
                        <a:pt x="10768" y="940"/>
                      </a:lnTo>
                      <a:close/>
                      <a:moveTo>
                        <a:pt x="13925" y="5450"/>
                      </a:moveTo>
                      <a:lnTo>
                        <a:pt x="4269" y="5450"/>
                      </a:lnTo>
                      <a:lnTo>
                        <a:pt x="0" y="11906"/>
                      </a:lnTo>
                      <a:lnTo>
                        <a:pt x="18442" y="11906"/>
                      </a:lnTo>
                      <a:close/>
                      <a:moveTo>
                        <a:pt x="11096" y="1415"/>
                      </a:moveTo>
                      <a:lnTo>
                        <a:pt x="6950" y="1415"/>
                      </a:lnTo>
                      <a:lnTo>
                        <a:pt x="5381" y="3781"/>
                      </a:lnTo>
                      <a:lnTo>
                        <a:pt x="12758" y="378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8" name="Google Shape;398;p39"/>
                <p:cNvSpPr/>
                <p:nvPr/>
              </p:nvSpPr>
              <p:spPr>
                <a:xfrm>
                  <a:off x="984756" y="4857463"/>
                  <a:ext cx="634828" cy="779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27" h="2632" extrusionOk="0">
                      <a:moveTo>
                        <a:pt x="16818" y="587"/>
                      </a:moveTo>
                      <a:lnTo>
                        <a:pt x="17744" y="0"/>
                      </a:lnTo>
                      <a:lnTo>
                        <a:pt x="14927" y="1155"/>
                      </a:lnTo>
                      <a:lnTo>
                        <a:pt x="10257" y="914"/>
                      </a:lnTo>
                      <a:lnTo>
                        <a:pt x="11276" y="785"/>
                      </a:lnTo>
                      <a:lnTo>
                        <a:pt x="12827" y="717"/>
                      </a:lnTo>
                      <a:lnTo>
                        <a:pt x="14217" y="62"/>
                      </a:lnTo>
                      <a:lnTo>
                        <a:pt x="12635" y="655"/>
                      </a:lnTo>
                      <a:lnTo>
                        <a:pt x="11208" y="606"/>
                      </a:lnTo>
                      <a:lnTo>
                        <a:pt x="9750" y="846"/>
                      </a:lnTo>
                      <a:lnTo>
                        <a:pt x="5975" y="630"/>
                      </a:lnTo>
                      <a:lnTo>
                        <a:pt x="3158" y="680"/>
                      </a:lnTo>
                      <a:lnTo>
                        <a:pt x="5883" y="717"/>
                      </a:lnTo>
                      <a:lnTo>
                        <a:pt x="6939" y="809"/>
                      </a:lnTo>
                      <a:lnTo>
                        <a:pt x="3807" y="1267"/>
                      </a:lnTo>
                      <a:lnTo>
                        <a:pt x="1583" y="1421"/>
                      </a:lnTo>
                      <a:lnTo>
                        <a:pt x="1" y="1464"/>
                      </a:lnTo>
                      <a:lnTo>
                        <a:pt x="1397" y="1551"/>
                      </a:lnTo>
                      <a:lnTo>
                        <a:pt x="3405" y="1440"/>
                      </a:lnTo>
                      <a:lnTo>
                        <a:pt x="2973" y="2101"/>
                      </a:lnTo>
                      <a:lnTo>
                        <a:pt x="1583" y="2410"/>
                      </a:lnTo>
                      <a:lnTo>
                        <a:pt x="2725" y="2632"/>
                      </a:lnTo>
                      <a:lnTo>
                        <a:pt x="2262" y="2360"/>
                      </a:lnTo>
                      <a:lnTo>
                        <a:pt x="3251" y="2101"/>
                      </a:lnTo>
                      <a:lnTo>
                        <a:pt x="3652" y="1440"/>
                      </a:lnTo>
                      <a:lnTo>
                        <a:pt x="7427" y="846"/>
                      </a:lnTo>
                      <a:lnTo>
                        <a:pt x="11461" y="1180"/>
                      </a:lnTo>
                      <a:lnTo>
                        <a:pt x="14958" y="1359"/>
                      </a:lnTo>
                      <a:lnTo>
                        <a:pt x="16602" y="698"/>
                      </a:lnTo>
                      <a:lnTo>
                        <a:pt x="21427" y="58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9" name="Google Shape;399;p39"/>
                <p:cNvSpPr/>
                <p:nvPr/>
              </p:nvSpPr>
              <p:spPr>
                <a:xfrm>
                  <a:off x="1105577" y="4973691"/>
                  <a:ext cx="120288" cy="293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0" h="989" extrusionOk="0">
                      <a:moveTo>
                        <a:pt x="0" y="0"/>
                      </a:moveTo>
                      <a:lnTo>
                        <a:pt x="198" y="439"/>
                      </a:lnTo>
                      <a:cubicBezTo>
                        <a:pt x="198" y="439"/>
                        <a:pt x="865" y="698"/>
                        <a:pt x="1125" y="760"/>
                      </a:cubicBezTo>
                      <a:cubicBezTo>
                        <a:pt x="1391" y="822"/>
                        <a:pt x="1903" y="884"/>
                        <a:pt x="1903" y="884"/>
                      </a:cubicBezTo>
                      <a:cubicBezTo>
                        <a:pt x="1903" y="884"/>
                        <a:pt x="2645" y="989"/>
                        <a:pt x="2886" y="945"/>
                      </a:cubicBezTo>
                      <a:cubicBezTo>
                        <a:pt x="3127" y="908"/>
                        <a:pt x="3967" y="587"/>
                        <a:pt x="3967" y="587"/>
                      </a:cubicBezTo>
                      <a:lnTo>
                        <a:pt x="4060" y="80"/>
                      </a:lnTo>
                      <a:lnTo>
                        <a:pt x="2577" y="186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0" name="Google Shape;400;p39"/>
                <p:cNvSpPr/>
                <p:nvPr/>
              </p:nvSpPr>
              <p:spPr>
                <a:xfrm>
                  <a:off x="1105577" y="4965811"/>
                  <a:ext cx="120851" cy="271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79" h="915" extrusionOk="0">
                      <a:moveTo>
                        <a:pt x="0" y="266"/>
                      </a:moveTo>
                      <a:cubicBezTo>
                        <a:pt x="235" y="241"/>
                        <a:pt x="1471" y="81"/>
                        <a:pt x="1471" y="81"/>
                      </a:cubicBezTo>
                      <a:cubicBezTo>
                        <a:pt x="1471" y="81"/>
                        <a:pt x="1798" y="1"/>
                        <a:pt x="2490" y="25"/>
                      </a:cubicBezTo>
                      <a:cubicBezTo>
                        <a:pt x="3188" y="44"/>
                        <a:pt x="4078" y="346"/>
                        <a:pt x="4078" y="346"/>
                      </a:cubicBezTo>
                      <a:lnTo>
                        <a:pt x="2923" y="859"/>
                      </a:lnTo>
                      <a:cubicBezTo>
                        <a:pt x="2923" y="859"/>
                        <a:pt x="2120" y="915"/>
                        <a:pt x="1483" y="804"/>
                      </a:cubicBezTo>
                      <a:cubicBezTo>
                        <a:pt x="822" y="699"/>
                        <a:pt x="0" y="266"/>
                        <a:pt x="0" y="266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1" name="Google Shape;401;p39"/>
                <p:cNvSpPr/>
                <p:nvPr/>
              </p:nvSpPr>
              <p:spPr>
                <a:xfrm>
                  <a:off x="815465" y="5022725"/>
                  <a:ext cx="67936" cy="242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3" h="817" extrusionOk="0">
                      <a:moveTo>
                        <a:pt x="2292" y="1"/>
                      </a:moveTo>
                      <a:lnTo>
                        <a:pt x="2292" y="458"/>
                      </a:lnTo>
                      <a:cubicBezTo>
                        <a:pt x="2292" y="458"/>
                        <a:pt x="1699" y="724"/>
                        <a:pt x="1378" y="724"/>
                      </a:cubicBezTo>
                      <a:cubicBezTo>
                        <a:pt x="1063" y="724"/>
                        <a:pt x="204" y="816"/>
                        <a:pt x="204" y="816"/>
                      </a:cubicBezTo>
                      <a:lnTo>
                        <a:pt x="0" y="816"/>
                      </a:lnTo>
                      <a:lnTo>
                        <a:pt x="13" y="508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2" name="Google Shape;402;p39"/>
                <p:cNvSpPr/>
                <p:nvPr/>
              </p:nvSpPr>
              <p:spPr>
                <a:xfrm>
                  <a:off x="815643" y="5003882"/>
                  <a:ext cx="71402" cy="338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0" h="1144" extrusionOk="0">
                      <a:moveTo>
                        <a:pt x="2169" y="1"/>
                      </a:moveTo>
                      <a:cubicBezTo>
                        <a:pt x="2169" y="93"/>
                        <a:pt x="2410" y="686"/>
                        <a:pt x="2187" y="810"/>
                      </a:cubicBezTo>
                      <a:cubicBezTo>
                        <a:pt x="1959" y="927"/>
                        <a:pt x="1434" y="1026"/>
                        <a:pt x="1434" y="1026"/>
                      </a:cubicBezTo>
                      <a:lnTo>
                        <a:pt x="0" y="1144"/>
                      </a:lnTo>
                      <a:lnTo>
                        <a:pt x="748" y="569"/>
                      </a:lnTo>
                      <a:lnTo>
                        <a:pt x="878" y="44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3" name="Google Shape;403;p39"/>
                <p:cNvSpPr/>
                <p:nvPr/>
              </p:nvSpPr>
              <p:spPr>
                <a:xfrm>
                  <a:off x="254261" y="4872454"/>
                  <a:ext cx="55848" cy="9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85" h="310" extrusionOk="0">
                      <a:moveTo>
                        <a:pt x="297" y="25"/>
                      </a:moveTo>
                      <a:cubicBezTo>
                        <a:pt x="358" y="25"/>
                        <a:pt x="853" y="38"/>
                        <a:pt x="1131" y="25"/>
                      </a:cubicBezTo>
                      <a:cubicBezTo>
                        <a:pt x="1403" y="7"/>
                        <a:pt x="1557" y="1"/>
                        <a:pt x="1687" y="25"/>
                      </a:cubicBezTo>
                      <a:cubicBezTo>
                        <a:pt x="1816" y="50"/>
                        <a:pt x="1884" y="143"/>
                        <a:pt x="1884" y="143"/>
                      </a:cubicBezTo>
                      <a:lnTo>
                        <a:pt x="1032" y="310"/>
                      </a:lnTo>
                      <a:lnTo>
                        <a:pt x="426" y="266"/>
                      </a:lnTo>
                      <a:lnTo>
                        <a:pt x="0" y="205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4" name="Google Shape;404;p39"/>
                <p:cNvSpPr/>
                <p:nvPr/>
              </p:nvSpPr>
              <p:spPr>
                <a:xfrm>
                  <a:off x="2333430" y="4906141"/>
                  <a:ext cx="29687" cy="95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2" h="322" extrusionOk="0">
                      <a:moveTo>
                        <a:pt x="1001" y="62"/>
                      </a:moveTo>
                      <a:lnTo>
                        <a:pt x="1001" y="217"/>
                      </a:lnTo>
                      <a:lnTo>
                        <a:pt x="445" y="322"/>
                      </a:lnTo>
                      <a:lnTo>
                        <a:pt x="13" y="19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5" name="Google Shape;405;p39"/>
                <p:cNvSpPr/>
                <p:nvPr/>
              </p:nvSpPr>
              <p:spPr>
                <a:xfrm>
                  <a:off x="58216" y="4663610"/>
                  <a:ext cx="2746380" cy="1669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697" h="5635" extrusionOk="0">
                      <a:moveTo>
                        <a:pt x="41245" y="1"/>
                      </a:moveTo>
                      <a:lnTo>
                        <a:pt x="92697" y="5635"/>
                      </a:lnTo>
                      <a:lnTo>
                        <a:pt x="92697" y="1"/>
                      </a:lnTo>
                      <a:close/>
                      <a:moveTo>
                        <a:pt x="0" y="5567"/>
                      </a:moveTo>
                      <a:lnTo>
                        <a:pt x="118" y="3837"/>
                      </a:lnTo>
                      <a:lnTo>
                        <a:pt x="23903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6" name="Google Shape;406;p39"/>
                <p:cNvSpPr/>
                <p:nvPr/>
              </p:nvSpPr>
              <p:spPr>
                <a:xfrm>
                  <a:off x="1953072" y="4663610"/>
                  <a:ext cx="851702" cy="125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747" h="4233" extrusionOk="0">
                      <a:moveTo>
                        <a:pt x="22322" y="1489"/>
                      </a:moveTo>
                      <a:lnTo>
                        <a:pt x="18238" y="1366"/>
                      </a:lnTo>
                      <a:lnTo>
                        <a:pt x="402" y="1922"/>
                      </a:lnTo>
                      <a:lnTo>
                        <a:pt x="0" y="2484"/>
                      </a:lnTo>
                      <a:lnTo>
                        <a:pt x="15909" y="4232"/>
                      </a:lnTo>
                      <a:lnTo>
                        <a:pt x="17676" y="3343"/>
                      </a:lnTo>
                      <a:lnTo>
                        <a:pt x="23248" y="3961"/>
                      </a:lnTo>
                      <a:lnTo>
                        <a:pt x="20338" y="2787"/>
                      </a:lnTo>
                      <a:lnTo>
                        <a:pt x="24991" y="2725"/>
                      </a:lnTo>
                      <a:lnTo>
                        <a:pt x="28741" y="2639"/>
                      </a:lnTo>
                      <a:lnTo>
                        <a:pt x="28741" y="1848"/>
                      </a:lnTo>
                      <a:lnTo>
                        <a:pt x="25794" y="1737"/>
                      </a:lnTo>
                      <a:close/>
                      <a:moveTo>
                        <a:pt x="22631" y="1"/>
                      </a:moveTo>
                      <a:lnTo>
                        <a:pt x="24126" y="557"/>
                      </a:lnTo>
                      <a:lnTo>
                        <a:pt x="28747" y="649"/>
                      </a:lnTo>
                      <a:lnTo>
                        <a:pt x="28747" y="1"/>
                      </a:lnTo>
                      <a:lnTo>
                        <a:pt x="2263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7" name="Google Shape;407;p39"/>
                <p:cNvSpPr/>
                <p:nvPr/>
              </p:nvSpPr>
              <p:spPr>
                <a:xfrm>
                  <a:off x="51816" y="4663610"/>
                  <a:ext cx="714615" cy="1382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20" h="4665" extrusionOk="0">
                      <a:moveTo>
                        <a:pt x="24119" y="1"/>
                      </a:moveTo>
                      <a:lnTo>
                        <a:pt x="0" y="4665"/>
                      </a:lnTo>
                      <a:lnTo>
                        <a:pt x="334" y="3843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8" name="Google Shape;408;p39"/>
                <p:cNvSpPr/>
                <p:nvPr/>
              </p:nvSpPr>
              <p:spPr>
                <a:xfrm>
                  <a:off x="1280202" y="4663610"/>
                  <a:ext cx="1568895" cy="2015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954" h="6803" extrusionOk="0">
                      <a:moveTo>
                        <a:pt x="0" y="1"/>
                      </a:moveTo>
                      <a:lnTo>
                        <a:pt x="52953" y="6803"/>
                      </a:lnTo>
                      <a:lnTo>
                        <a:pt x="52589" y="575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9" name="Google Shape;409;p39"/>
                <p:cNvSpPr/>
                <p:nvPr/>
              </p:nvSpPr>
              <p:spPr>
                <a:xfrm>
                  <a:off x="2383767" y="4883091"/>
                  <a:ext cx="10281" cy="13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7" h="439" extrusionOk="0">
                      <a:moveTo>
                        <a:pt x="56" y="414"/>
                      </a:moveTo>
                      <a:cubicBezTo>
                        <a:pt x="93" y="439"/>
                        <a:pt x="136" y="420"/>
                        <a:pt x="155" y="383"/>
                      </a:cubicBezTo>
                      <a:cubicBezTo>
                        <a:pt x="186" y="340"/>
                        <a:pt x="229" y="290"/>
                        <a:pt x="247" y="247"/>
                      </a:cubicBezTo>
                      <a:cubicBezTo>
                        <a:pt x="278" y="198"/>
                        <a:pt x="309" y="154"/>
                        <a:pt x="334" y="105"/>
                      </a:cubicBezTo>
                      <a:cubicBezTo>
                        <a:pt x="346" y="80"/>
                        <a:pt x="340" y="43"/>
                        <a:pt x="315" y="19"/>
                      </a:cubicBezTo>
                      <a:cubicBezTo>
                        <a:pt x="297" y="6"/>
                        <a:pt x="254" y="0"/>
                        <a:pt x="235" y="31"/>
                      </a:cubicBezTo>
                      <a:cubicBezTo>
                        <a:pt x="192" y="74"/>
                        <a:pt x="161" y="111"/>
                        <a:pt x="124" y="161"/>
                      </a:cubicBezTo>
                      <a:cubicBezTo>
                        <a:pt x="87" y="204"/>
                        <a:pt x="56" y="260"/>
                        <a:pt x="19" y="309"/>
                      </a:cubicBezTo>
                      <a:cubicBezTo>
                        <a:pt x="0" y="346"/>
                        <a:pt x="19" y="402"/>
                        <a:pt x="56" y="41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0" name="Google Shape;410;p39"/>
                <p:cNvSpPr/>
                <p:nvPr/>
              </p:nvSpPr>
              <p:spPr>
                <a:xfrm>
                  <a:off x="2304306" y="4910703"/>
                  <a:ext cx="6074" cy="5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5" h="193" extrusionOk="0">
                      <a:moveTo>
                        <a:pt x="19" y="180"/>
                      </a:moveTo>
                      <a:cubicBezTo>
                        <a:pt x="26" y="186"/>
                        <a:pt x="44" y="192"/>
                        <a:pt x="57" y="192"/>
                      </a:cubicBezTo>
                      <a:lnTo>
                        <a:pt x="81" y="192"/>
                      </a:lnTo>
                      <a:lnTo>
                        <a:pt x="100" y="192"/>
                      </a:lnTo>
                      <a:lnTo>
                        <a:pt x="106" y="192"/>
                      </a:lnTo>
                      <a:cubicBezTo>
                        <a:pt x="118" y="186"/>
                        <a:pt x="131" y="186"/>
                        <a:pt x="143" y="168"/>
                      </a:cubicBezTo>
                      <a:cubicBezTo>
                        <a:pt x="162" y="155"/>
                        <a:pt x="174" y="149"/>
                        <a:pt x="180" y="131"/>
                      </a:cubicBezTo>
                      <a:cubicBezTo>
                        <a:pt x="192" y="124"/>
                        <a:pt x="199" y="118"/>
                        <a:pt x="199" y="106"/>
                      </a:cubicBezTo>
                      <a:cubicBezTo>
                        <a:pt x="205" y="100"/>
                        <a:pt x="205" y="94"/>
                        <a:pt x="205" y="75"/>
                      </a:cubicBezTo>
                      <a:cubicBezTo>
                        <a:pt x="205" y="69"/>
                        <a:pt x="205" y="57"/>
                        <a:pt x="199" y="44"/>
                      </a:cubicBezTo>
                      <a:cubicBezTo>
                        <a:pt x="199" y="38"/>
                        <a:pt x="192" y="32"/>
                        <a:pt x="180" y="26"/>
                      </a:cubicBezTo>
                      <a:cubicBezTo>
                        <a:pt x="168" y="7"/>
                        <a:pt x="149" y="1"/>
                        <a:pt x="125" y="1"/>
                      </a:cubicBezTo>
                      <a:cubicBezTo>
                        <a:pt x="106" y="1"/>
                        <a:pt x="87" y="7"/>
                        <a:pt x="75" y="26"/>
                      </a:cubicBezTo>
                      <a:cubicBezTo>
                        <a:pt x="57" y="38"/>
                        <a:pt x="50" y="57"/>
                        <a:pt x="32" y="63"/>
                      </a:cubicBezTo>
                      <a:cubicBezTo>
                        <a:pt x="26" y="69"/>
                        <a:pt x="19" y="87"/>
                        <a:pt x="13" y="100"/>
                      </a:cubicBezTo>
                      <a:lnTo>
                        <a:pt x="13" y="106"/>
                      </a:lnTo>
                      <a:lnTo>
                        <a:pt x="13" y="124"/>
                      </a:lnTo>
                      <a:cubicBezTo>
                        <a:pt x="13" y="131"/>
                        <a:pt x="1" y="137"/>
                        <a:pt x="13" y="149"/>
                      </a:cubicBezTo>
                      <a:cubicBezTo>
                        <a:pt x="7" y="155"/>
                        <a:pt x="13" y="168"/>
                        <a:pt x="19" y="18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1" name="Google Shape;411;p39"/>
                <p:cNvSpPr/>
                <p:nvPr/>
              </p:nvSpPr>
              <p:spPr>
                <a:xfrm>
                  <a:off x="2441955" y="5058782"/>
                  <a:ext cx="10488" cy="13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" h="440" extrusionOk="0">
                      <a:moveTo>
                        <a:pt x="26" y="390"/>
                      </a:moveTo>
                      <a:cubicBezTo>
                        <a:pt x="38" y="409"/>
                        <a:pt x="63" y="415"/>
                        <a:pt x="81" y="421"/>
                      </a:cubicBezTo>
                      <a:cubicBezTo>
                        <a:pt x="94" y="421"/>
                        <a:pt x="100" y="433"/>
                        <a:pt x="106" y="433"/>
                      </a:cubicBezTo>
                      <a:cubicBezTo>
                        <a:pt x="137" y="440"/>
                        <a:pt x="168" y="433"/>
                        <a:pt x="199" y="415"/>
                      </a:cubicBezTo>
                      <a:cubicBezTo>
                        <a:pt x="248" y="390"/>
                        <a:pt x="279" y="353"/>
                        <a:pt x="310" y="316"/>
                      </a:cubicBezTo>
                      <a:cubicBezTo>
                        <a:pt x="341" y="267"/>
                        <a:pt x="347" y="223"/>
                        <a:pt x="353" y="174"/>
                      </a:cubicBezTo>
                      <a:cubicBezTo>
                        <a:pt x="353" y="155"/>
                        <a:pt x="347" y="131"/>
                        <a:pt x="341" y="112"/>
                      </a:cubicBezTo>
                      <a:cubicBezTo>
                        <a:pt x="341" y="106"/>
                        <a:pt x="335" y="106"/>
                        <a:pt x="335" y="100"/>
                      </a:cubicBezTo>
                      <a:cubicBezTo>
                        <a:pt x="322" y="81"/>
                        <a:pt x="316" y="63"/>
                        <a:pt x="310" y="44"/>
                      </a:cubicBezTo>
                      <a:cubicBezTo>
                        <a:pt x="285" y="13"/>
                        <a:pt x="254" y="1"/>
                        <a:pt x="223" y="13"/>
                      </a:cubicBezTo>
                      <a:cubicBezTo>
                        <a:pt x="192" y="32"/>
                        <a:pt x="180" y="63"/>
                        <a:pt x="186" y="100"/>
                      </a:cubicBezTo>
                      <a:lnTo>
                        <a:pt x="186" y="100"/>
                      </a:lnTo>
                      <a:lnTo>
                        <a:pt x="186" y="106"/>
                      </a:lnTo>
                      <a:lnTo>
                        <a:pt x="186" y="106"/>
                      </a:lnTo>
                      <a:lnTo>
                        <a:pt x="186" y="106"/>
                      </a:lnTo>
                      <a:lnTo>
                        <a:pt x="186" y="106"/>
                      </a:lnTo>
                      <a:lnTo>
                        <a:pt x="186" y="106"/>
                      </a:lnTo>
                      <a:lnTo>
                        <a:pt x="186" y="106"/>
                      </a:lnTo>
                      <a:cubicBezTo>
                        <a:pt x="180" y="125"/>
                        <a:pt x="168" y="137"/>
                        <a:pt x="168" y="155"/>
                      </a:cubicBezTo>
                      <a:cubicBezTo>
                        <a:pt x="168" y="162"/>
                        <a:pt x="162" y="168"/>
                        <a:pt x="162" y="186"/>
                      </a:cubicBezTo>
                      <a:cubicBezTo>
                        <a:pt x="155" y="193"/>
                        <a:pt x="155" y="205"/>
                        <a:pt x="149" y="217"/>
                      </a:cubicBezTo>
                      <a:cubicBezTo>
                        <a:pt x="131" y="230"/>
                        <a:pt x="124" y="248"/>
                        <a:pt x="106" y="254"/>
                      </a:cubicBezTo>
                      <a:cubicBezTo>
                        <a:pt x="100" y="260"/>
                        <a:pt x="94" y="260"/>
                        <a:pt x="87" y="267"/>
                      </a:cubicBezTo>
                      <a:cubicBezTo>
                        <a:pt x="75" y="279"/>
                        <a:pt x="69" y="291"/>
                        <a:pt x="63" y="298"/>
                      </a:cubicBezTo>
                      <a:lnTo>
                        <a:pt x="63" y="298"/>
                      </a:lnTo>
                      <a:lnTo>
                        <a:pt x="44" y="316"/>
                      </a:lnTo>
                      <a:cubicBezTo>
                        <a:pt x="7" y="328"/>
                        <a:pt x="1" y="372"/>
                        <a:pt x="26" y="39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" name="Google Shape;412;p39"/>
                <p:cNvSpPr/>
                <p:nvPr/>
              </p:nvSpPr>
              <p:spPr>
                <a:xfrm>
                  <a:off x="2446903" y="5061537"/>
                  <a:ext cx="30" cy="2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" h="7" extrusionOk="0">
                      <a:moveTo>
                        <a:pt x="1" y="1"/>
                      </a:moveTo>
                      <a:lnTo>
                        <a:pt x="1" y="7"/>
                      </a:lnTo>
                      <a:lnTo>
                        <a:pt x="1" y="7"/>
                      </a:lnTo>
                      <a:close/>
                    </a:path>
                  </a:pathLst>
                </a:custGeom>
                <a:solidFill>
                  <a:srgbClr val="F5962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3" name="Google Shape;413;p39"/>
                <p:cNvSpPr/>
                <p:nvPr/>
              </p:nvSpPr>
              <p:spPr>
                <a:xfrm>
                  <a:off x="2391440" y="5061181"/>
                  <a:ext cx="10459" cy="10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" h="359" extrusionOk="0">
                      <a:moveTo>
                        <a:pt x="32" y="328"/>
                      </a:moveTo>
                      <a:cubicBezTo>
                        <a:pt x="50" y="352"/>
                        <a:pt x="100" y="359"/>
                        <a:pt x="130" y="340"/>
                      </a:cubicBezTo>
                      <a:cubicBezTo>
                        <a:pt x="137" y="334"/>
                        <a:pt x="143" y="334"/>
                        <a:pt x="161" y="328"/>
                      </a:cubicBezTo>
                      <a:cubicBezTo>
                        <a:pt x="174" y="322"/>
                        <a:pt x="186" y="303"/>
                        <a:pt x="198" y="291"/>
                      </a:cubicBezTo>
                      <a:cubicBezTo>
                        <a:pt x="217" y="272"/>
                        <a:pt x="229" y="260"/>
                        <a:pt x="242" y="235"/>
                      </a:cubicBezTo>
                      <a:cubicBezTo>
                        <a:pt x="279" y="204"/>
                        <a:pt x="303" y="167"/>
                        <a:pt x="328" y="136"/>
                      </a:cubicBezTo>
                      <a:cubicBezTo>
                        <a:pt x="347" y="118"/>
                        <a:pt x="353" y="105"/>
                        <a:pt x="353" y="81"/>
                      </a:cubicBezTo>
                      <a:cubicBezTo>
                        <a:pt x="353" y="62"/>
                        <a:pt x="347" y="44"/>
                        <a:pt x="328" y="25"/>
                      </a:cubicBezTo>
                      <a:cubicBezTo>
                        <a:pt x="316" y="6"/>
                        <a:pt x="297" y="0"/>
                        <a:pt x="273" y="0"/>
                      </a:cubicBezTo>
                      <a:cubicBezTo>
                        <a:pt x="254" y="0"/>
                        <a:pt x="235" y="13"/>
                        <a:pt x="223" y="25"/>
                      </a:cubicBezTo>
                      <a:cubicBezTo>
                        <a:pt x="192" y="56"/>
                        <a:pt x="149" y="87"/>
                        <a:pt x="118" y="112"/>
                      </a:cubicBezTo>
                      <a:lnTo>
                        <a:pt x="75" y="155"/>
                      </a:lnTo>
                      <a:cubicBezTo>
                        <a:pt x="69" y="167"/>
                        <a:pt x="50" y="173"/>
                        <a:pt x="44" y="186"/>
                      </a:cubicBezTo>
                      <a:cubicBezTo>
                        <a:pt x="38" y="198"/>
                        <a:pt x="25" y="210"/>
                        <a:pt x="19" y="223"/>
                      </a:cubicBezTo>
                      <a:cubicBezTo>
                        <a:pt x="1" y="260"/>
                        <a:pt x="7" y="303"/>
                        <a:pt x="32" y="32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4" name="Google Shape;414;p39"/>
                <p:cNvSpPr/>
                <p:nvPr/>
              </p:nvSpPr>
              <p:spPr>
                <a:xfrm>
                  <a:off x="2384122" y="4995645"/>
                  <a:ext cx="12118" cy="119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" h="403" extrusionOk="0">
                      <a:moveTo>
                        <a:pt x="38" y="384"/>
                      </a:moveTo>
                      <a:cubicBezTo>
                        <a:pt x="50" y="390"/>
                        <a:pt x="69" y="402"/>
                        <a:pt x="81" y="402"/>
                      </a:cubicBezTo>
                      <a:lnTo>
                        <a:pt x="124" y="402"/>
                      </a:lnTo>
                      <a:cubicBezTo>
                        <a:pt x="137" y="402"/>
                        <a:pt x="161" y="390"/>
                        <a:pt x="174" y="384"/>
                      </a:cubicBezTo>
                      <a:cubicBezTo>
                        <a:pt x="223" y="371"/>
                        <a:pt x="260" y="347"/>
                        <a:pt x="297" y="316"/>
                      </a:cubicBezTo>
                      <a:cubicBezTo>
                        <a:pt x="371" y="254"/>
                        <a:pt x="408" y="161"/>
                        <a:pt x="408" y="69"/>
                      </a:cubicBezTo>
                      <a:cubicBezTo>
                        <a:pt x="408" y="31"/>
                        <a:pt x="377" y="1"/>
                        <a:pt x="334" y="1"/>
                      </a:cubicBezTo>
                      <a:cubicBezTo>
                        <a:pt x="322" y="1"/>
                        <a:pt x="297" y="7"/>
                        <a:pt x="291" y="19"/>
                      </a:cubicBezTo>
                      <a:cubicBezTo>
                        <a:pt x="279" y="38"/>
                        <a:pt x="279" y="50"/>
                        <a:pt x="266" y="69"/>
                      </a:cubicBezTo>
                      <a:cubicBezTo>
                        <a:pt x="266" y="44"/>
                        <a:pt x="266" y="62"/>
                        <a:pt x="266" y="69"/>
                      </a:cubicBezTo>
                      <a:lnTo>
                        <a:pt x="266" y="75"/>
                      </a:lnTo>
                      <a:cubicBezTo>
                        <a:pt x="266" y="81"/>
                        <a:pt x="260" y="93"/>
                        <a:pt x="260" y="99"/>
                      </a:cubicBezTo>
                      <a:lnTo>
                        <a:pt x="260" y="106"/>
                      </a:lnTo>
                      <a:cubicBezTo>
                        <a:pt x="254" y="112"/>
                        <a:pt x="254" y="124"/>
                        <a:pt x="248" y="130"/>
                      </a:cubicBezTo>
                      <a:cubicBezTo>
                        <a:pt x="235" y="136"/>
                        <a:pt x="235" y="143"/>
                        <a:pt x="229" y="149"/>
                      </a:cubicBezTo>
                      <a:lnTo>
                        <a:pt x="223" y="161"/>
                      </a:lnTo>
                      <a:lnTo>
                        <a:pt x="223" y="161"/>
                      </a:lnTo>
                      <a:cubicBezTo>
                        <a:pt x="217" y="167"/>
                        <a:pt x="204" y="180"/>
                        <a:pt x="198" y="192"/>
                      </a:cubicBezTo>
                      <a:lnTo>
                        <a:pt x="198" y="192"/>
                      </a:lnTo>
                      <a:lnTo>
                        <a:pt x="192" y="198"/>
                      </a:lnTo>
                      <a:cubicBezTo>
                        <a:pt x="186" y="217"/>
                        <a:pt x="167" y="223"/>
                        <a:pt x="155" y="235"/>
                      </a:cubicBezTo>
                      <a:lnTo>
                        <a:pt x="143" y="248"/>
                      </a:lnTo>
                      <a:cubicBezTo>
                        <a:pt x="137" y="254"/>
                        <a:pt x="130" y="254"/>
                        <a:pt x="124" y="260"/>
                      </a:cubicBezTo>
                      <a:cubicBezTo>
                        <a:pt x="112" y="266"/>
                        <a:pt x="106" y="266"/>
                        <a:pt x="99" y="279"/>
                      </a:cubicBezTo>
                      <a:lnTo>
                        <a:pt x="99" y="279"/>
                      </a:lnTo>
                      <a:cubicBezTo>
                        <a:pt x="99" y="279"/>
                        <a:pt x="93" y="279"/>
                        <a:pt x="93" y="285"/>
                      </a:cubicBezTo>
                      <a:cubicBezTo>
                        <a:pt x="81" y="285"/>
                        <a:pt x="75" y="291"/>
                        <a:pt x="69" y="291"/>
                      </a:cubicBezTo>
                      <a:cubicBezTo>
                        <a:pt x="50" y="297"/>
                        <a:pt x="44" y="309"/>
                        <a:pt x="31" y="316"/>
                      </a:cubicBezTo>
                      <a:cubicBezTo>
                        <a:pt x="1" y="328"/>
                        <a:pt x="7" y="371"/>
                        <a:pt x="38" y="38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5" name="Google Shape;415;p39"/>
                <p:cNvSpPr/>
                <p:nvPr/>
              </p:nvSpPr>
              <p:spPr>
                <a:xfrm>
                  <a:off x="1216680" y="5016888"/>
                  <a:ext cx="7348" cy="71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" h="242" extrusionOk="0">
                      <a:moveTo>
                        <a:pt x="7" y="192"/>
                      </a:moveTo>
                      <a:lnTo>
                        <a:pt x="19" y="210"/>
                      </a:lnTo>
                      <a:lnTo>
                        <a:pt x="19" y="210"/>
                      </a:lnTo>
                      <a:cubicBezTo>
                        <a:pt x="19" y="216"/>
                        <a:pt x="19" y="210"/>
                        <a:pt x="25" y="223"/>
                      </a:cubicBezTo>
                      <a:cubicBezTo>
                        <a:pt x="25" y="223"/>
                        <a:pt x="32" y="229"/>
                        <a:pt x="38" y="229"/>
                      </a:cubicBezTo>
                      <a:lnTo>
                        <a:pt x="38" y="229"/>
                      </a:lnTo>
                      <a:lnTo>
                        <a:pt x="38" y="229"/>
                      </a:lnTo>
                      <a:lnTo>
                        <a:pt x="50" y="229"/>
                      </a:lnTo>
                      <a:cubicBezTo>
                        <a:pt x="56" y="229"/>
                        <a:pt x="56" y="241"/>
                        <a:pt x="62" y="241"/>
                      </a:cubicBezTo>
                      <a:lnTo>
                        <a:pt x="93" y="241"/>
                      </a:lnTo>
                      <a:cubicBezTo>
                        <a:pt x="99" y="241"/>
                        <a:pt x="112" y="229"/>
                        <a:pt x="112" y="229"/>
                      </a:cubicBezTo>
                      <a:cubicBezTo>
                        <a:pt x="118" y="223"/>
                        <a:pt x="124" y="223"/>
                        <a:pt x="130" y="216"/>
                      </a:cubicBezTo>
                      <a:cubicBezTo>
                        <a:pt x="143" y="210"/>
                        <a:pt x="149" y="210"/>
                        <a:pt x="155" y="198"/>
                      </a:cubicBezTo>
                      <a:cubicBezTo>
                        <a:pt x="174" y="186"/>
                        <a:pt x="186" y="179"/>
                        <a:pt x="204" y="161"/>
                      </a:cubicBezTo>
                      <a:cubicBezTo>
                        <a:pt x="217" y="155"/>
                        <a:pt x="223" y="148"/>
                        <a:pt x="235" y="130"/>
                      </a:cubicBezTo>
                      <a:cubicBezTo>
                        <a:pt x="242" y="118"/>
                        <a:pt x="248" y="99"/>
                        <a:pt x="248" y="87"/>
                      </a:cubicBezTo>
                      <a:lnTo>
                        <a:pt x="248" y="62"/>
                      </a:lnTo>
                      <a:cubicBezTo>
                        <a:pt x="242" y="43"/>
                        <a:pt x="235" y="31"/>
                        <a:pt x="223" y="25"/>
                      </a:cubicBezTo>
                      <a:cubicBezTo>
                        <a:pt x="217" y="13"/>
                        <a:pt x="211" y="6"/>
                        <a:pt x="192" y="6"/>
                      </a:cubicBezTo>
                      <a:cubicBezTo>
                        <a:pt x="186" y="0"/>
                        <a:pt x="174" y="0"/>
                        <a:pt x="155" y="0"/>
                      </a:cubicBezTo>
                      <a:cubicBezTo>
                        <a:pt x="143" y="0"/>
                        <a:pt x="124" y="6"/>
                        <a:pt x="112" y="13"/>
                      </a:cubicBezTo>
                      <a:cubicBezTo>
                        <a:pt x="93" y="25"/>
                        <a:pt x="87" y="31"/>
                        <a:pt x="81" y="43"/>
                      </a:cubicBezTo>
                      <a:cubicBezTo>
                        <a:pt x="69" y="62"/>
                        <a:pt x="56" y="74"/>
                        <a:pt x="50" y="93"/>
                      </a:cubicBezTo>
                      <a:cubicBezTo>
                        <a:pt x="38" y="105"/>
                        <a:pt x="25" y="124"/>
                        <a:pt x="19" y="136"/>
                      </a:cubicBezTo>
                      <a:lnTo>
                        <a:pt x="19" y="148"/>
                      </a:lnTo>
                      <a:cubicBezTo>
                        <a:pt x="19" y="148"/>
                        <a:pt x="19" y="155"/>
                        <a:pt x="7" y="155"/>
                      </a:cubicBezTo>
                      <a:cubicBezTo>
                        <a:pt x="1" y="161"/>
                        <a:pt x="7" y="161"/>
                        <a:pt x="1" y="167"/>
                      </a:cubicBezTo>
                      <a:lnTo>
                        <a:pt x="1" y="179"/>
                      </a:lnTo>
                      <a:cubicBezTo>
                        <a:pt x="7" y="186"/>
                        <a:pt x="7" y="192"/>
                        <a:pt x="7" y="192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6" name="Google Shape;416;p39"/>
                <p:cNvSpPr/>
                <p:nvPr/>
              </p:nvSpPr>
              <p:spPr>
                <a:xfrm>
                  <a:off x="822783" y="4984654"/>
                  <a:ext cx="15762" cy="128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2" h="434" extrusionOk="0">
                      <a:moveTo>
                        <a:pt x="99" y="415"/>
                      </a:moveTo>
                      <a:cubicBezTo>
                        <a:pt x="124" y="409"/>
                        <a:pt x="142" y="402"/>
                        <a:pt x="161" y="390"/>
                      </a:cubicBezTo>
                      <a:cubicBezTo>
                        <a:pt x="173" y="384"/>
                        <a:pt x="192" y="372"/>
                        <a:pt x="204" y="353"/>
                      </a:cubicBezTo>
                      <a:cubicBezTo>
                        <a:pt x="247" y="328"/>
                        <a:pt x="278" y="297"/>
                        <a:pt x="315" y="279"/>
                      </a:cubicBezTo>
                      <a:cubicBezTo>
                        <a:pt x="377" y="229"/>
                        <a:pt x="439" y="174"/>
                        <a:pt x="501" y="131"/>
                      </a:cubicBezTo>
                      <a:cubicBezTo>
                        <a:pt x="532" y="106"/>
                        <a:pt x="525" y="63"/>
                        <a:pt x="507" y="38"/>
                      </a:cubicBezTo>
                      <a:cubicBezTo>
                        <a:pt x="482" y="13"/>
                        <a:pt x="445" y="1"/>
                        <a:pt x="414" y="19"/>
                      </a:cubicBezTo>
                      <a:cubicBezTo>
                        <a:pt x="352" y="69"/>
                        <a:pt x="285" y="112"/>
                        <a:pt x="223" y="162"/>
                      </a:cubicBezTo>
                      <a:lnTo>
                        <a:pt x="130" y="229"/>
                      </a:lnTo>
                      <a:cubicBezTo>
                        <a:pt x="112" y="248"/>
                        <a:pt x="99" y="254"/>
                        <a:pt x="81" y="267"/>
                      </a:cubicBezTo>
                      <a:lnTo>
                        <a:pt x="44" y="310"/>
                      </a:lnTo>
                      <a:cubicBezTo>
                        <a:pt x="37" y="316"/>
                        <a:pt x="37" y="322"/>
                        <a:pt x="31" y="328"/>
                      </a:cubicBezTo>
                      <a:cubicBezTo>
                        <a:pt x="0" y="372"/>
                        <a:pt x="44" y="433"/>
                        <a:pt x="99" y="415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" name="Google Shape;417;p39"/>
                <p:cNvSpPr/>
                <p:nvPr/>
              </p:nvSpPr>
              <p:spPr>
                <a:xfrm>
                  <a:off x="1543057" y="5187839"/>
                  <a:ext cx="6429" cy="49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" h="168" extrusionOk="0">
                      <a:moveTo>
                        <a:pt x="105" y="167"/>
                      </a:moveTo>
                      <a:cubicBezTo>
                        <a:pt x="216" y="167"/>
                        <a:pt x="216" y="1"/>
                        <a:pt x="105" y="1"/>
                      </a:cubicBezTo>
                      <a:cubicBezTo>
                        <a:pt x="0" y="1"/>
                        <a:pt x="0" y="167"/>
                        <a:pt x="105" y="167"/>
                      </a:cubicBezTo>
                      <a:close/>
                    </a:path>
                  </a:pathLst>
                </a:custGeom>
                <a:solidFill>
                  <a:srgbClr val="F5962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18" name="Google Shape;418;p39"/>
              <p:cNvSpPr/>
              <p:nvPr/>
            </p:nvSpPr>
            <p:spPr>
              <a:xfrm>
                <a:off x="-652675" y="5143500"/>
                <a:ext cx="10449300" cy="1213200"/>
              </a:xfrm>
              <a:prstGeom prst="rect">
                <a:avLst/>
              </a:prstGeom>
              <a:solidFill>
                <a:srgbClr val="F8FBF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9" name="Google Shape;419;p39"/>
          <p:cNvGrpSpPr/>
          <p:nvPr/>
        </p:nvGrpSpPr>
        <p:grpSpPr>
          <a:xfrm flipH="1">
            <a:off x="4339170" y="-1076805"/>
            <a:ext cx="7008156" cy="5850500"/>
            <a:chOff x="5687194" y="1509768"/>
            <a:chExt cx="2570857" cy="2069435"/>
          </a:xfrm>
        </p:grpSpPr>
        <p:sp>
          <p:nvSpPr>
            <p:cNvPr id="420" name="Google Shape;420;p39"/>
            <p:cNvSpPr/>
            <p:nvPr/>
          </p:nvSpPr>
          <p:spPr>
            <a:xfrm>
              <a:off x="7310208" y="2689756"/>
              <a:ext cx="123784" cy="232309"/>
            </a:xfrm>
            <a:custGeom>
              <a:avLst/>
              <a:gdLst/>
              <a:ahLst/>
              <a:cxnLst/>
              <a:rect l="l" t="t" r="r" b="b"/>
              <a:pathLst>
                <a:path w="4178" h="7841" extrusionOk="0">
                  <a:moveTo>
                    <a:pt x="1" y="7841"/>
                  </a:moveTo>
                  <a:lnTo>
                    <a:pt x="217" y="6253"/>
                  </a:lnTo>
                  <a:lnTo>
                    <a:pt x="742" y="6222"/>
                  </a:lnTo>
                  <a:lnTo>
                    <a:pt x="1947" y="6377"/>
                  </a:lnTo>
                  <a:lnTo>
                    <a:pt x="2287" y="6129"/>
                  </a:lnTo>
                  <a:lnTo>
                    <a:pt x="2719" y="341"/>
                  </a:lnTo>
                  <a:lnTo>
                    <a:pt x="3467" y="1"/>
                  </a:lnTo>
                  <a:lnTo>
                    <a:pt x="4146" y="5573"/>
                  </a:lnTo>
                  <a:lnTo>
                    <a:pt x="4177" y="747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9"/>
            <p:cNvSpPr/>
            <p:nvPr/>
          </p:nvSpPr>
          <p:spPr>
            <a:xfrm>
              <a:off x="6945227" y="2576283"/>
              <a:ext cx="184727" cy="344509"/>
            </a:xfrm>
            <a:custGeom>
              <a:avLst/>
              <a:gdLst/>
              <a:ahLst/>
              <a:cxnLst/>
              <a:rect l="l" t="t" r="r" b="b"/>
              <a:pathLst>
                <a:path w="6235" h="11628" extrusionOk="0">
                  <a:moveTo>
                    <a:pt x="5561" y="6123"/>
                  </a:moveTo>
                  <a:lnTo>
                    <a:pt x="4974" y="6277"/>
                  </a:lnTo>
                  <a:lnTo>
                    <a:pt x="4480" y="4325"/>
                  </a:lnTo>
                  <a:lnTo>
                    <a:pt x="4412" y="4331"/>
                  </a:lnTo>
                  <a:cubicBezTo>
                    <a:pt x="4356" y="3998"/>
                    <a:pt x="4294" y="3658"/>
                    <a:pt x="4233" y="3330"/>
                  </a:cubicBezTo>
                  <a:lnTo>
                    <a:pt x="4189" y="3071"/>
                  </a:lnTo>
                  <a:cubicBezTo>
                    <a:pt x="4294" y="3052"/>
                    <a:pt x="4406" y="3022"/>
                    <a:pt x="4492" y="2966"/>
                  </a:cubicBezTo>
                  <a:cubicBezTo>
                    <a:pt x="4529" y="2941"/>
                    <a:pt x="4505" y="2879"/>
                    <a:pt x="4461" y="2898"/>
                  </a:cubicBezTo>
                  <a:cubicBezTo>
                    <a:pt x="4375" y="2910"/>
                    <a:pt x="4294" y="2947"/>
                    <a:pt x="4214" y="2972"/>
                  </a:cubicBezTo>
                  <a:cubicBezTo>
                    <a:pt x="4196" y="2972"/>
                    <a:pt x="4189" y="2978"/>
                    <a:pt x="4171" y="2978"/>
                  </a:cubicBezTo>
                  <a:cubicBezTo>
                    <a:pt x="4152" y="2855"/>
                    <a:pt x="4128" y="2725"/>
                    <a:pt x="4103" y="2601"/>
                  </a:cubicBezTo>
                  <a:cubicBezTo>
                    <a:pt x="4060" y="2360"/>
                    <a:pt x="4035" y="2107"/>
                    <a:pt x="3967" y="1879"/>
                  </a:cubicBezTo>
                  <a:cubicBezTo>
                    <a:pt x="3955" y="1848"/>
                    <a:pt x="3905" y="1854"/>
                    <a:pt x="3905" y="1885"/>
                  </a:cubicBezTo>
                  <a:cubicBezTo>
                    <a:pt x="3918" y="2113"/>
                    <a:pt x="3979" y="2342"/>
                    <a:pt x="4016" y="2564"/>
                  </a:cubicBezTo>
                  <a:cubicBezTo>
                    <a:pt x="4041" y="2713"/>
                    <a:pt x="4072" y="2849"/>
                    <a:pt x="4097" y="2997"/>
                  </a:cubicBezTo>
                  <a:cubicBezTo>
                    <a:pt x="4047" y="3003"/>
                    <a:pt x="3998" y="3009"/>
                    <a:pt x="3942" y="3022"/>
                  </a:cubicBezTo>
                  <a:cubicBezTo>
                    <a:pt x="3874" y="3028"/>
                    <a:pt x="3794" y="3034"/>
                    <a:pt x="3726" y="3040"/>
                  </a:cubicBezTo>
                  <a:cubicBezTo>
                    <a:pt x="3677" y="2842"/>
                    <a:pt x="3633" y="2638"/>
                    <a:pt x="3584" y="2435"/>
                  </a:cubicBezTo>
                  <a:cubicBezTo>
                    <a:pt x="3411" y="1638"/>
                    <a:pt x="3287" y="834"/>
                    <a:pt x="3152" y="31"/>
                  </a:cubicBezTo>
                  <a:cubicBezTo>
                    <a:pt x="3145" y="0"/>
                    <a:pt x="3102" y="7"/>
                    <a:pt x="3102" y="37"/>
                  </a:cubicBezTo>
                  <a:cubicBezTo>
                    <a:pt x="3176" y="841"/>
                    <a:pt x="3331" y="1638"/>
                    <a:pt x="3510" y="2422"/>
                  </a:cubicBezTo>
                  <a:cubicBezTo>
                    <a:pt x="3553" y="2632"/>
                    <a:pt x="3603" y="2842"/>
                    <a:pt x="3658" y="3052"/>
                  </a:cubicBezTo>
                  <a:cubicBezTo>
                    <a:pt x="3578" y="3059"/>
                    <a:pt x="3491" y="3065"/>
                    <a:pt x="3417" y="3071"/>
                  </a:cubicBezTo>
                  <a:cubicBezTo>
                    <a:pt x="3238" y="3089"/>
                    <a:pt x="3053" y="3102"/>
                    <a:pt x="2874" y="3120"/>
                  </a:cubicBezTo>
                  <a:lnTo>
                    <a:pt x="2620" y="3145"/>
                  </a:lnTo>
                  <a:lnTo>
                    <a:pt x="2620" y="3102"/>
                  </a:lnTo>
                  <a:cubicBezTo>
                    <a:pt x="2670" y="2385"/>
                    <a:pt x="2713" y="1638"/>
                    <a:pt x="2460" y="952"/>
                  </a:cubicBezTo>
                  <a:cubicBezTo>
                    <a:pt x="2447" y="927"/>
                    <a:pt x="2416" y="933"/>
                    <a:pt x="2429" y="958"/>
                  </a:cubicBezTo>
                  <a:cubicBezTo>
                    <a:pt x="2596" y="1681"/>
                    <a:pt x="2583" y="2416"/>
                    <a:pt x="2534" y="3151"/>
                  </a:cubicBezTo>
                  <a:cubicBezTo>
                    <a:pt x="2466" y="3157"/>
                    <a:pt x="2385" y="3176"/>
                    <a:pt x="2317" y="3188"/>
                  </a:cubicBezTo>
                  <a:cubicBezTo>
                    <a:pt x="2293" y="3194"/>
                    <a:pt x="2305" y="3225"/>
                    <a:pt x="2324" y="3225"/>
                  </a:cubicBezTo>
                  <a:cubicBezTo>
                    <a:pt x="2398" y="3238"/>
                    <a:pt x="2466" y="3238"/>
                    <a:pt x="2534" y="3225"/>
                  </a:cubicBezTo>
                  <a:cubicBezTo>
                    <a:pt x="2497" y="3825"/>
                    <a:pt x="2460" y="4418"/>
                    <a:pt x="2552" y="5005"/>
                  </a:cubicBezTo>
                  <a:lnTo>
                    <a:pt x="2070" y="5091"/>
                  </a:lnTo>
                  <a:lnTo>
                    <a:pt x="2194" y="4350"/>
                  </a:lnTo>
                  <a:lnTo>
                    <a:pt x="1978" y="2669"/>
                  </a:lnTo>
                  <a:lnTo>
                    <a:pt x="1576" y="2515"/>
                  </a:lnTo>
                  <a:lnTo>
                    <a:pt x="958" y="2330"/>
                  </a:lnTo>
                  <a:lnTo>
                    <a:pt x="804" y="1496"/>
                  </a:lnTo>
                  <a:lnTo>
                    <a:pt x="835" y="507"/>
                  </a:lnTo>
                  <a:lnTo>
                    <a:pt x="1" y="661"/>
                  </a:lnTo>
                  <a:lnTo>
                    <a:pt x="1521" y="11628"/>
                  </a:lnTo>
                  <a:lnTo>
                    <a:pt x="6234" y="11442"/>
                  </a:lnTo>
                  <a:close/>
                  <a:moveTo>
                    <a:pt x="4350" y="4337"/>
                  </a:moveTo>
                  <a:lnTo>
                    <a:pt x="4072" y="4362"/>
                  </a:lnTo>
                  <a:cubicBezTo>
                    <a:pt x="4023" y="4208"/>
                    <a:pt x="3986" y="4053"/>
                    <a:pt x="3949" y="3899"/>
                  </a:cubicBezTo>
                  <a:cubicBezTo>
                    <a:pt x="4047" y="3874"/>
                    <a:pt x="4146" y="3862"/>
                    <a:pt x="4251" y="3837"/>
                  </a:cubicBezTo>
                  <a:cubicBezTo>
                    <a:pt x="4282" y="4004"/>
                    <a:pt x="4313" y="4171"/>
                    <a:pt x="4350" y="4337"/>
                  </a:cubicBezTo>
                  <a:close/>
                  <a:moveTo>
                    <a:pt x="4004" y="3114"/>
                  </a:moveTo>
                  <a:cubicBezTo>
                    <a:pt x="4035" y="3102"/>
                    <a:pt x="4072" y="3102"/>
                    <a:pt x="4109" y="3096"/>
                  </a:cubicBezTo>
                  <a:cubicBezTo>
                    <a:pt x="4128" y="3164"/>
                    <a:pt x="4134" y="3238"/>
                    <a:pt x="4146" y="3300"/>
                  </a:cubicBezTo>
                  <a:cubicBezTo>
                    <a:pt x="4177" y="3454"/>
                    <a:pt x="4202" y="3608"/>
                    <a:pt x="4233" y="3751"/>
                  </a:cubicBezTo>
                  <a:cubicBezTo>
                    <a:pt x="4134" y="3775"/>
                    <a:pt x="4029" y="3794"/>
                    <a:pt x="3924" y="3812"/>
                  </a:cubicBezTo>
                  <a:cubicBezTo>
                    <a:pt x="3862" y="3590"/>
                    <a:pt x="3813" y="3367"/>
                    <a:pt x="3757" y="3145"/>
                  </a:cubicBezTo>
                  <a:cubicBezTo>
                    <a:pt x="3831" y="3133"/>
                    <a:pt x="3918" y="3120"/>
                    <a:pt x="4004" y="3114"/>
                  </a:cubicBezTo>
                  <a:close/>
                  <a:moveTo>
                    <a:pt x="2917" y="3207"/>
                  </a:moveTo>
                  <a:cubicBezTo>
                    <a:pt x="3108" y="3188"/>
                    <a:pt x="3300" y="3176"/>
                    <a:pt x="3504" y="3157"/>
                  </a:cubicBezTo>
                  <a:cubicBezTo>
                    <a:pt x="3565" y="3151"/>
                    <a:pt x="3615" y="3151"/>
                    <a:pt x="3677" y="3145"/>
                  </a:cubicBezTo>
                  <a:cubicBezTo>
                    <a:pt x="3732" y="3374"/>
                    <a:pt x="3794" y="3596"/>
                    <a:pt x="3862" y="3825"/>
                  </a:cubicBezTo>
                  <a:lnTo>
                    <a:pt x="3399" y="3917"/>
                  </a:lnTo>
                  <a:cubicBezTo>
                    <a:pt x="3121" y="3967"/>
                    <a:pt x="2843" y="4016"/>
                    <a:pt x="2577" y="4090"/>
                  </a:cubicBezTo>
                  <a:cubicBezTo>
                    <a:pt x="2583" y="3806"/>
                    <a:pt x="2596" y="3516"/>
                    <a:pt x="2620" y="3225"/>
                  </a:cubicBezTo>
                  <a:cubicBezTo>
                    <a:pt x="2713" y="3225"/>
                    <a:pt x="2812" y="3213"/>
                    <a:pt x="2917" y="3207"/>
                  </a:cubicBezTo>
                  <a:close/>
                  <a:moveTo>
                    <a:pt x="2589" y="5005"/>
                  </a:moveTo>
                  <a:cubicBezTo>
                    <a:pt x="2558" y="4727"/>
                    <a:pt x="2552" y="4442"/>
                    <a:pt x="2558" y="4152"/>
                  </a:cubicBezTo>
                  <a:cubicBezTo>
                    <a:pt x="2836" y="4121"/>
                    <a:pt x="3121" y="4059"/>
                    <a:pt x="3392" y="4010"/>
                  </a:cubicBezTo>
                  <a:cubicBezTo>
                    <a:pt x="3553" y="3979"/>
                    <a:pt x="3720" y="3948"/>
                    <a:pt x="3874" y="3917"/>
                  </a:cubicBezTo>
                  <a:cubicBezTo>
                    <a:pt x="3918" y="4072"/>
                    <a:pt x="3967" y="4214"/>
                    <a:pt x="4010" y="4368"/>
                  </a:cubicBezTo>
                  <a:lnTo>
                    <a:pt x="2676" y="4486"/>
                  </a:lnTo>
                  <a:lnTo>
                    <a:pt x="2892" y="494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9"/>
            <p:cNvSpPr/>
            <p:nvPr/>
          </p:nvSpPr>
          <p:spPr>
            <a:xfrm>
              <a:off x="6310250" y="2797570"/>
              <a:ext cx="190031" cy="423970"/>
            </a:xfrm>
            <a:custGeom>
              <a:avLst/>
              <a:gdLst/>
              <a:ahLst/>
              <a:cxnLst/>
              <a:rect l="l" t="t" r="r" b="b"/>
              <a:pathLst>
                <a:path w="6414" h="14310" extrusionOk="0">
                  <a:moveTo>
                    <a:pt x="4962" y="464"/>
                  </a:moveTo>
                  <a:cubicBezTo>
                    <a:pt x="4962" y="464"/>
                    <a:pt x="4455" y="464"/>
                    <a:pt x="4270" y="322"/>
                  </a:cubicBezTo>
                  <a:cubicBezTo>
                    <a:pt x="4085" y="186"/>
                    <a:pt x="2973" y="229"/>
                    <a:pt x="2830" y="229"/>
                  </a:cubicBezTo>
                  <a:cubicBezTo>
                    <a:pt x="2694" y="229"/>
                    <a:pt x="2830" y="1020"/>
                    <a:pt x="2830" y="1020"/>
                  </a:cubicBezTo>
                  <a:lnTo>
                    <a:pt x="1768" y="785"/>
                  </a:lnTo>
                  <a:lnTo>
                    <a:pt x="928" y="507"/>
                  </a:lnTo>
                  <a:cubicBezTo>
                    <a:pt x="928" y="507"/>
                    <a:pt x="236" y="600"/>
                    <a:pt x="100" y="649"/>
                  </a:cubicBezTo>
                  <a:lnTo>
                    <a:pt x="1" y="14309"/>
                  </a:lnTo>
                  <a:lnTo>
                    <a:pt x="6414" y="14309"/>
                  </a:lnTo>
                  <a:lnTo>
                    <a:pt x="6414" y="1"/>
                  </a:lnTo>
                  <a:close/>
                  <a:moveTo>
                    <a:pt x="1941" y="6525"/>
                  </a:moveTo>
                  <a:lnTo>
                    <a:pt x="205" y="6525"/>
                  </a:lnTo>
                  <a:lnTo>
                    <a:pt x="205" y="5135"/>
                  </a:lnTo>
                  <a:lnTo>
                    <a:pt x="1941" y="5135"/>
                  </a:lnTo>
                  <a:close/>
                  <a:moveTo>
                    <a:pt x="4949" y="9589"/>
                  </a:moveTo>
                  <a:lnTo>
                    <a:pt x="3207" y="9589"/>
                  </a:lnTo>
                  <a:lnTo>
                    <a:pt x="3207" y="8199"/>
                  </a:lnTo>
                  <a:lnTo>
                    <a:pt x="4949" y="8199"/>
                  </a:lnTo>
                  <a:close/>
                  <a:moveTo>
                    <a:pt x="4949" y="6525"/>
                  </a:moveTo>
                  <a:lnTo>
                    <a:pt x="3207" y="6525"/>
                  </a:lnTo>
                  <a:lnTo>
                    <a:pt x="3207" y="5135"/>
                  </a:lnTo>
                  <a:lnTo>
                    <a:pt x="4949" y="513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9"/>
            <p:cNvSpPr/>
            <p:nvPr/>
          </p:nvSpPr>
          <p:spPr>
            <a:xfrm>
              <a:off x="7800602" y="2723087"/>
              <a:ext cx="185794" cy="408948"/>
            </a:xfrm>
            <a:custGeom>
              <a:avLst/>
              <a:gdLst/>
              <a:ahLst/>
              <a:cxnLst/>
              <a:rect l="l" t="t" r="r" b="b"/>
              <a:pathLst>
                <a:path w="6271" h="13803" extrusionOk="0">
                  <a:moveTo>
                    <a:pt x="5715" y="13802"/>
                  </a:moveTo>
                  <a:lnTo>
                    <a:pt x="0" y="0"/>
                  </a:lnTo>
                  <a:lnTo>
                    <a:pt x="649" y="0"/>
                  </a:lnTo>
                  <a:lnTo>
                    <a:pt x="1075" y="519"/>
                  </a:lnTo>
                  <a:lnTo>
                    <a:pt x="1446" y="661"/>
                  </a:lnTo>
                  <a:lnTo>
                    <a:pt x="6271" y="1370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9"/>
            <p:cNvSpPr/>
            <p:nvPr/>
          </p:nvSpPr>
          <p:spPr>
            <a:xfrm>
              <a:off x="7732489" y="2735530"/>
              <a:ext cx="224813" cy="106363"/>
            </a:xfrm>
            <a:custGeom>
              <a:avLst/>
              <a:gdLst/>
              <a:ahLst/>
              <a:cxnLst/>
              <a:rect l="l" t="t" r="r" b="b"/>
              <a:pathLst>
                <a:path w="7588" h="3590" extrusionOk="0">
                  <a:moveTo>
                    <a:pt x="7050" y="754"/>
                  </a:moveTo>
                  <a:cubicBezTo>
                    <a:pt x="7149" y="661"/>
                    <a:pt x="7192" y="569"/>
                    <a:pt x="7174" y="495"/>
                  </a:cubicBezTo>
                  <a:cubicBezTo>
                    <a:pt x="7149" y="433"/>
                    <a:pt x="7069" y="396"/>
                    <a:pt x="6970" y="377"/>
                  </a:cubicBezTo>
                  <a:cubicBezTo>
                    <a:pt x="7038" y="303"/>
                    <a:pt x="7069" y="223"/>
                    <a:pt x="7050" y="161"/>
                  </a:cubicBezTo>
                  <a:cubicBezTo>
                    <a:pt x="6994" y="13"/>
                    <a:pt x="6679" y="0"/>
                    <a:pt x="6340" y="124"/>
                  </a:cubicBezTo>
                  <a:cubicBezTo>
                    <a:pt x="6000" y="247"/>
                    <a:pt x="5765" y="464"/>
                    <a:pt x="5821" y="612"/>
                  </a:cubicBezTo>
                  <a:cubicBezTo>
                    <a:pt x="5839" y="674"/>
                    <a:pt x="5919" y="711"/>
                    <a:pt x="6018" y="723"/>
                  </a:cubicBezTo>
                  <a:cubicBezTo>
                    <a:pt x="5950" y="804"/>
                    <a:pt x="5919" y="878"/>
                    <a:pt x="5944" y="939"/>
                  </a:cubicBezTo>
                  <a:cubicBezTo>
                    <a:pt x="5975" y="1020"/>
                    <a:pt x="6068" y="1057"/>
                    <a:pt x="6204" y="1057"/>
                  </a:cubicBezTo>
                  <a:lnTo>
                    <a:pt x="1286" y="2873"/>
                  </a:lnTo>
                  <a:cubicBezTo>
                    <a:pt x="1385" y="2780"/>
                    <a:pt x="1434" y="2688"/>
                    <a:pt x="1409" y="2608"/>
                  </a:cubicBezTo>
                  <a:cubicBezTo>
                    <a:pt x="1385" y="2546"/>
                    <a:pt x="1311" y="2509"/>
                    <a:pt x="1205" y="2496"/>
                  </a:cubicBezTo>
                  <a:cubicBezTo>
                    <a:pt x="1280" y="2416"/>
                    <a:pt x="1311" y="2342"/>
                    <a:pt x="1286" y="2280"/>
                  </a:cubicBezTo>
                  <a:cubicBezTo>
                    <a:pt x="1230" y="2132"/>
                    <a:pt x="915" y="2113"/>
                    <a:pt x="575" y="2237"/>
                  </a:cubicBezTo>
                  <a:cubicBezTo>
                    <a:pt x="236" y="2360"/>
                    <a:pt x="1" y="2577"/>
                    <a:pt x="56" y="2725"/>
                  </a:cubicBezTo>
                  <a:cubicBezTo>
                    <a:pt x="81" y="2787"/>
                    <a:pt x="155" y="2824"/>
                    <a:pt x="260" y="2842"/>
                  </a:cubicBezTo>
                  <a:cubicBezTo>
                    <a:pt x="186" y="2916"/>
                    <a:pt x="155" y="2997"/>
                    <a:pt x="180" y="3059"/>
                  </a:cubicBezTo>
                  <a:cubicBezTo>
                    <a:pt x="211" y="3133"/>
                    <a:pt x="303" y="3176"/>
                    <a:pt x="446" y="3176"/>
                  </a:cubicBezTo>
                  <a:lnTo>
                    <a:pt x="149" y="3281"/>
                  </a:lnTo>
                  <a:lnTo>
                    <a:pt x="266" y="3590"/>
                  </a:lnTo>
                  <a:lnTo>
                    <a:pt x="7587" y="890"/>
                  </a:lnTo>
                  <a:lnTo>
                    <a:pt x="7470" y="58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9"/>
            <p:cNvSpPr/>
            <p:nvPr/>
          </p:nvSpPr>
          <p:spPr>
            <a:xfrm>
              <a:off x="7763420" y="2809836"/>
              <a:ext cx="224813" cy="106926"/>
            </a:xfrm>
            <a:custGeom>
              <a:avLst/>
              <a:gdLst/>
              <a:ahLst/>
              <a:cxnLst/>
              <a:rect l="l" t="t" r="r" b="b"/>
              <a:pathLst>
                <a:path w="7588" h="3609" extrusionOk="0">
                  <a:moveTo>
                    <a:pt x="7056" y="761"/>
                  </a:moveTo>
                  <a:cubicBezTo>
                    <a:pt x="7155" y="668"/>
                    <a:pt x="7198" y="575"/>
                    <a:pt x="7180" y="495"/>
                  </a:cubicBezTo>
                  <a:cubicBezTo>
                    <a:pt x="7155" y="433"/>
                    <a:pt x="7075" y="396"/>
                    <a:pt x="6976" y="378"/>
                  </a:cubicBezTo>
                  <a:cubicBezTo>
                    <a:pt x="7044" y="303"/>
                    <a:pt x="7075" y="223"/>
                    <a:pt x="7056" y="161"/>
                  </a:cubicBezTo>
                  <a:cubicBezTo>
                    <a:pt x="7001" y="19"/>
                    <a:pt x="6686" y="1"/>
                    <a:pt x="6346" y="124"/>
                  </a:cubicBezTo>
                  <a:cubicBezTo>
                    <a:pt x="6006" y="248"/>
                    <a:pt x="5771" y="464"/>
                    <a:pt x="5827" y="612"/>
                  </a:cubicBezTo>
                  <a:cubicBezTo>
                    <a:pt x="5845" y="674"/>
                    <a:pt x="5926" y="711"/>
                    <a:pt x="6025" y="730"/>
                  </a:cubicBezTo>
                  <a:cubicBezTo>
                    <a:pt x="5957" y="804"/>
                    <a:pt x="5926" y="884"/>
                    <a:pt x="5950" y="946"/>
                  </a:cubicBezTo>
                  <a:cubicBezTo>
                    <a:pt x="5981" y="1020"/>
                    <a:pt x="6074" y="1057"/>
                    <a:pt x="6210" y="1057"/>
                  </a:cubicBezTo>
                  <a:lnTo>
                    <a:pt x="1286" y="2892"/>
                  </a:lnTo>
                  <a:cubicBezTo>
                    <a:pt x="1385" y="2799"/>
                    <a:pt x="1434" y="2707"/>
                    <a:pt x="1409" y="2626"/>
                  </a:cubicBezTo>
                  <a:cubicBezTo>
                    <a:pt x="1385" y="2565"/>
                    <a:pt x="1311" y="2527"/>
                    <a:pt x="1206" y="2509"/>
                  </a:cubicBezTo>
                  <a:cubicBezTo>
                    <a:pt x="1280" y="2435"/>
                    <a:pt x="1304" y="2355"/>
                    <a:pt x="1286" y="2293"/>
                  </a:cubicBezTo>
                  <a:cubicBezTo>
                    <a:pt x="1230" y="2151"/>
                    <a:pt x="915" y="2132"/>
                    <a:pt x="575" y="2256"/>
                  </a:cubicBezTo>
                  <a:cubicBezTo>
                    <a:pt x="236" y="2379"/>
                    <a:pt x="1" y="2595"/>
                    <a:pt x="56" y="2744"/>
                  </a:cubicBezTo>
                  <a:cubicBezTo>
                    <a:pt x="81" y="2806"/>
                    <a:pt x="155" y="2843"/>
                    <a:pt x="254" y="2861"/>
                  </a:cubicBezTo>
                  <a:cubicBezTo>
                    <a:pt x="186" y="2935"/>
                    <a:pt x="155" y="3016"/>
                    <a:pt x="180" y="3077"/>
                  </a:cubicBezTo>
                  <a:cubicBezTo>
                    <a:pt x="211" y="3151"/>
                    <a:pt x="304" y="3189"/>
                    <a:pt x="440" y="3189"/>
                  </a:cubicBezTo>
                  <a:lnTo>
                    <a:pt x="149" y="3300"/>
                  </a:lnTo>
                  <a:lnTo>
                    <a:pt x="267" y="3609"/>
                  </a:lnTo>
                  <a:lnTo>
                    <a:pt x="7588" y="903"/>
                  </a:lnTo>
                  <a:lnTo>
                    <a:pt x="7470" y="59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9"/>
            <p:cNvSpPr/>
            <p:nvPr/>
          </p:nvSpPr>
          <p:spPr>
            <a:xfrm>
              <a:off x="7579107" y="2823761"/>
              <a:ext cx="173913" cy="383854"/>
            </a:xfrm>
            <a:custGeom>
              <a:avLst/>
              <a:gdLst/>
              <a:ahLst/>
              <a:cxnLst/>
              <a:rect l="l" t="t" r="r" b="b"/>
              <a:pathLst>
                <a:path w="5870" h="12956" extrusionOk="0">
                  <a:moveTo>
                    <a:pt x="5746" y="31"/>
                  </a:moveTo>
                  <a:cubicBezTo>
                    <a:pt x="5740" y="0"/>
                    <a:pt x="5697" y="13"/>
                    <a:pt x="5697" y="43"/>
                  </a:cubicBezTo>
                  <a:cubicBezTo>
                    <a:pt x="5709" y="538"/>
                    <a:pt x="5758" y="1032"/>
                    <a:pt x="5758" y="1532"/>
                  </a:cubicBezTo>
                  <a:cubicBezTo>
                    <a:pt x="5758" y="2027"/>
                    <a:pt x="5740" y="2527"/>
                    <a:pt x="5684" y="3021"/>
                  </a:cubicBezTo>
                  <a:cubicBezTo>
                    <a:pt x="5586" y="4034"/>
                    <a:pt x="5363" y="5035"/>
                    <a:pt x="5042" y="6005"/>
                  </a:cubicBezTo>
                  <a:cubicBezTo>
                    <a:pt x="4455" y="7772"/>
                    <a:pt x="3503" y="9409"/>
                    <a:pt x="2286" y="10812"/>
                  </a:cubicBezTo>
                  <a:cubicBezTo>
                    <a:pt x="1607" y="11596"/>
                    <a:pt x="847" y="12307"/>
                    <a:pt x="13" y="12912"/>
                  </a:cubicBezTo>
                  <a:cubicBezTo>
                    <a:pt x="0" y="12925"/>
                    <a:pt x="13" y="12956"/>
                    <a:pt x="31" y="12937"/>
                  </a:cubicBezTo>
                  <a:cubicBezTo>
                    <a:pt x="1520" y="11874"/>
                    <a:pt x="2812" y="10528"/>
                    <a:pt x="3775" y="8971"/>
                  </a:cubicBezTo>
                  <a:cubicBezTo>
                    <a:pt x="4813" y="7290"/>
                    <a:pt x="5480" y="5406"/>
                    <a:pt x="5746" y="3454"/>
                  </a:cubicBezTo>
                  <a:cubicBezTo>
                    <a:pt x="5820" y="2892"/>
                    <a:pt x="5870" y="2317"/>
                    <a:pt x="5870" y="1749"/>
                  </a:cubicBezTo>
                  <a:cubicBezTo>
                    <a:pt x="5864" y="1174"/>
                    <a:pt x="5864" y="587"/>
                    <a:pt x="5746" y="31"/>
                  </a:cubicBez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9"/>
            <p:cNvSpPr/>
            <p:nvPr/>
          </p:nvSpPr>
          <p:spPr>
            <a:xfrm>
              <a:off x="7596498" y="2897889"/>
              <a:ext cx="188016" cy="337724"/>
            </a:xfrm>
            <a:custGeom>
              <a:avLst/>
              <a:gdLst/>
              <a:ahLst/>
              <a:cxnLst/>
              <a:rect l="l" t="t" r="r" b="b"/>
              <a:pathLst>
                <a:path w="6346" h="11399" extrusionOk="0">
                  <a:moveTo>
                    <a:pt x="6314" y="31"/>
                  </a:moveTo>
                  <a:cubicBezTo>
                    <a:pt x="6314" y="13"/>
                    <a:pt x="6277" y="0"/>
                    <a:pt x="6271" y="25"/>
                  </a:cubicBezTo>
                  <a:cubicBezTo>
                    <a:pt x="6222" y="217"/>
                    <a:pt x="6222" y="420"/>
                    <a:pt x="6191" y="618"/>
                  </a:cubicBezTo>
                  <a:cubicBezTo>
                    <a:pt x="6160" y="853"/>
                    <a:pt x="6123" y="1081"/>
                    <a:pt x="6080" y="1316"/>
                  </a:cubicBezTo>
                  <a:cubicBezTo>
                    <a:pt x="5993" y="1730"/>
                    <a:pt x="5882" y="2150"/>
                    <a:pt x="5758" y="2558"/>
                  </a:cubicBezTo>
                  <a:cubicBezTo>
                    <a:pt x="5493" y="3398"/>
                    <a:pt x="5134" y="4214"/>
                    <a:pt x="4727" y="4992"/>
                  </a:cubicBezTo>
                  <a:cubicBezTo>
                    <a:pt x="3936" y="6500"/>
                    <a:pt x="2997" y="7933"/>
                    <a:pt x="1922" y="9243"/>
                  </a:cubicBezTo>
                  <a:cubicBezTo>
                    <a:pt x="1323" y="9978"/>
                    <a:pt x="686" y="10688"/>
                    <a:pt x="13" y="11356"/>
                  </a:cubicBezTo>
                  <a:cubicBezTo>
                    <a:pt x="0" y="11368"/>
                    <a:pt x="25" y="11399"/>
                    <a:pt x="44" y="11387"/>
                  </a:cubicBezTo>
                  <a:cubicBezTo>
                    <a:pt x="1298" y="10188"/>
                    <a:pt x="2416" y="8884"/>
                    <a:pt x="3386" y="7451"/>
                  </a:cubicBezTo>
                  <a:cubicBezTo>
                    <a:pt x="4356" y="6030"/>
                    <a:pt x="5215" y="4498"/>
                    <a:pt x="5777" y="2867"/>
                  </a:cubicBezTo>
                  <a:cubicBezTo>
                    <a:pt x="5931" y="2410"/>
                    <a:pt x="6061" y="1946"/>
                    <a:pt x="6160" y="1477"/>
                  </a:cubicBezTo>
                  <a:cubicBezTo>
                    <a:pt x="6209" y="1242"/>
                    <a:pt x="6246" y="1014"/>
                    <a:pt x="6277" y="779"/>
                  </a:cubicBezTo>
                  <a:cubicBezTo>
                    <a:pt x="6308" y="538"/>
                    <a:pt x="6345" y="278"/>
                    <a:pt x="6314" y="31"/>
                  </a:cubicBez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9"/>
            <p:cNvSpPr/>
            <p:nvPr/>
          </p:nvSpPr>
          <p:spPr>
            <a:xfrm>
              <a:off x="7656731" y="2755114"/>
              <a:ext cx="269640" cy="642324"/>
            </a:xfrm>
            <a:custGeom>
              <a:avLst/>
              <a:gdLst/>
              <a:ahLst/>
              <a:cxnLst/>
              <a:rect l="l" t="t" r="r" b="b"/>
              <a:pathLst>
                <a:path w="9101" h="21680" extrusionOk="0">
                  <a:moveTo>
                    <a:pt x="9008" y="56"/>
                  </a:moveTo>
                  <a:cubicBezTo>
                    <a:pt x="8915" y="1656"/>
                    <a:pt x="8390" y="3164"/>
                    <a:pt x="7661" y="4572"/>
                  </a:cubicBezTo>
                  <a:cubicBezTo>
                    <a:pt x="6932" y="5975"/>
                    <a:pt x="6030" y="7266"/>
                    <a:pt x="5190" y="8600"/>
                  </a:cubicBezTo>
                  <a:cubicBezTo>
                    <a:pt x="4368" y="9898"/>
                    <a:pt x="3651" y="11238"/>
                    <a:pt x="3132" y="12690"/>
                  </a:cubicBezTo>
                  <a:cubicBezTo>
                    <a:pt x="2632" y="14105"/>
                    <a:pt x="2274" y="15563"/>
                    <a:pt x="1866" y="16996"/>
                  </a:cubicBezTo>
                  <a:cubicBezTo>
                    <a:pt x="1409" y="18596"/>
                    <a:pt x="877" y="20197"/>
                    <a:pt x="12" y="21624"/>
                  </a:cubicBezTo>
                  <a:cubicBezTo>
                    <a:pt x="0" y="21648"/>
                    <a:pt x="37" y="21679"/>
                    <a:pt x="49" y="21648"/>
                  </a:cubicBezTo>
                  <a:cubicBezTo>
                    <a:pt x="1637" y="19085"/>
                    <a:pt x="2107" y="16063"/>
                    <a:pt x="3033" y="13240"/>
                  </a:cubicBezTo>
                  <a:cubicBezTo>
                    <a:pt x="3274" y="12511"/>
                    <a:pt x="3540" y="11794"/>
                    <a:pt x="3874" y="11109"/>
                  </a:cubicBezTo>
                  <a:cubicBezTo>
                    <a:pt x="4213" y="10380"/>
                    <a:pt x="4615" y="9688"/>
                    <a:pt x="5041" y="9008"/>
                  </a:cubicBezTo>
                  <a:cubicBezTo>
                    <a:pt x="5875" y="7649"/>
                    <a:pt x="6802" y="6339"/>
                    <a:pt x="7568" y="4943"/>
                  </a:cubicBezTo>
                  <a:cubicBezTo>
                    <a:pt x="8384" y="3435"/>
                    <a:pt x="9057" y="1767"/>
                    <a:pt x="9094" y="37"/>
                  </a:cubicBezTo>
                  <a:cubicBezTo>
                    <a:pt x="9100" y="0"/>
                    <a:pt x="9020" y="0"/>
                    <a:pt x="9008" y="5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9"/>
            <p:cNvSpPr/>
            <p:nvPr/>
          </p:nvSpPr>
          <p:spPr>
            <a:xfrm>
              <a:off x="7785226" y="2829598"/>
              <a:ext cx="179572" cy="504319"/>
            </a:xfrm>
            <a:custGeom>
              <a:avLst/>
              <a:gdLst/>
              <a:ahLst/>
              <a:cxnLst/>
              <a:rect l="l" t="t" r="r" b="b"/>
              <a:pathLst>
                <a:path w="6061" h="17022" extrusionOk="0">
                  <a:moveTo>
                    <a:pt x="5900" y="19"/>
                  </a:moveTo>
                  <a:cubicBezTo>
                    <a:pt x="5894" y="1"/>
                    <a:pt x="5857" y="1"/>
                    <a:pt x="5857" y="32"/>
                  </a:cubicBezTo>
                  <a:cubicBezTo>
                    <a:pt x="5900" y="637"/>
                    <a:pt x="5931" y="1218"/>
                    <a:pt x="5832" y="1830"/>
                  </a:cubicBezTo>
                  <a:cubicBezTo>
                    <a:pt x="5740" y="2398"/>
                    <a:pt x="5567" y="2954"/>
                    <a:pt x="5363" y="3492"/>
                  </a:cubicBezTo>
                  <a:cubicBezTo>
                    <a:pt x="4905" y="4616"/>
                    <a:pt x="4251" y="5641"/>
                    <a:pt x="3608" y="6673"/>
                  </a:cubicBezTo>
                  <a:cubicBezTo>
                    <a:pt x="2984" y="7674"/>
                    <a:pt x="2410" y="8700"/>
                    <a:pt x="1940" y="9793"/>
                  </a:cubicBezTo>
                  <a:cubicBezTo>
                    <a:pt x="1483" y="10850"/>
                    <a:pt x="1106" y="11943"/>
                    <a:pt x="797" y="13068"/>
                  </a:cubicBezTo>
                  <a:cubicBezTo>
                    <a:pt x="451" y="14346"/>
                    <a:pt x="192" y="15650"/>
                    <a:pt x="6" y="16966"/>
                  </a:cubicBezTo>
                  <a:cubicBezTo>
                    <a:pt x="0" y="17003"/>
                    <a:pt x="56" y="17022"/>
                    <a:pt x="62" y="16978"/>
                  </a:cubicBezTo>
                  <a:cubicBezTo>
                    <a:pt x="420" y="14643"/>
                    <a:pt x="982" y="12314"/>
                    <a:pt x="1903" y="10133"/>
                  </a:cubicBezTo>
                  <a:cubicBezTo>
                    <a:pt x="2366" y="9021"/>
                    <a:pt x="2935" y="7971"/>
                    <a:pt x="3571" y="6939"/>
                  </a:cubicBezTo>
                  <a:cubicBezTo>
                    <a:pt x="4201" y="5913"/>
                    <a:pt x="4875" y="4894"/>
                    <a:pt x="5350" y="3782"/>
                  </a:cubicBezTo>
                  <a:cubicBezTo>
                    <a:pt x="5610" y="3183"/>
                    <a:pt x="5814" y="2552"/>
                    <a:pt x="5925" y="1916"/>
                  </a:cubicBezTo>
                  <a:cubicBezTo>
                    <a:pt x="6018" y="1298"/>
                    <a:pt x="6061" y="625"/>
                    <a:pt x="5900" y="1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9"/>
            <p:cNvSpPr/>
            <p:nvPr/>
          </p:nvSpPr>
          <p:spPr>
            <a:xfrm>
              <a:off x="7684551" y="2748537"/>
              <a:ext cx="157055" cy="646887"/>
            </a:xfrm>
            <a:custGeom>
              <a:avLst/>
              <a:gdLst/>
              <a:ahLst/>
              <a:cxnLst/>
              <a:rect l="l" t="t" r="r" b="b"/>
              <a:pathLst>
                <a:path w="5301" h="21834" extrusionOk="0">
                  <a:moveTo>
                    <a:pt x="0" y="0"/>
                  </a:moveTo>
                  <a:lnTo>
                    <a:pt x="1915" y="0"/>
                  </a:lnTo>
                  <a:lnTo>
                    <a:pt x="1915" y="1668"/>
                  </a:lnTo>
                  <a:lnTo>
                    <a:pt x="3929" y="1668"/>
                  </a:lnTo>
                  <a:lnTo>
                    <a:pt x="4053" y="2786"/>
                  </a:lnTo>
                  <a:lnTo>
                    <a:pt x="4516" y="3126"/>
                  </a:lnTo>
                  <a:lnTo>
                    <a:pt x="4578" y="3528"/>
                  </a:lnTo>
                  <a:lnTo>
                    <a:pt x="4992" y="3651"/>
                  </a:lnTo>
                  <a:lnTo>
                    <a:pt x="5301" y="3867"/>
                  </a:lnTo>
                  <a:lnTo>
                    <a:pt x="5301" y="21833"/>
                  </a:lnTo>
                  <a:lnTo>
                    <a:pt x="93" y="2183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9"/>
            <p:cNvSpPr/>
            <p:nvPr/>
          </p:nvSpPr>
          <p:spPr>
            <a:xfrm>
              <a:off x="7629444" y="2931190"/>
              <a:ext cx="137679" cy="483462"/>
            </a:xfrm>
            <a:custGeom>
              <a:avLst/>
              <a:gdLst/>
              <a:ahLst/>
              <a:cxnLst/>
              <a:rect l="l" t="t" r="r" b="b"/>
              <a:pathLst>
                <a:path w="4647" h="16318" extrusionOk="0">
                  <a:moveTo>
                    <a:pt x="309" y="6037"/>
                  </a:moveTo>
                  <a:lnTo>
                    <a:pt x="1366" y="6037"/>
                  </a:lnTo>
                  <a:lnTo>
                    <a:pt x="1366" y="1"/>
                  </a:lnTo>
                  <a:lnTo>
                    <a:pt x="1829" y="155"/>
                  </a:lnTo>
                  <a:lnTo>
                    <a:pt x="1891" y="927"/>
                  </a:lnTo>
                  <a:lnTo>
                    <a:pt x="2385" y="1298"/>
                  </a:lnTo>
                  <a:lnTo>
                    <a:pt x="2756" y="1483"/>
                  </a:lnTo>
                  <a:lnTo>
                    <a:pt x="2447" y="3096"/>
                  </a:lnTo>
                  <a:lnTo>
                    <a:pt x="2632" y="4671"/>
                  </a:lnTo>
                  <a:lnTo>
                    <a:pt x="3683" y="4671"/>
                  </a:lnTo>
                  <a:lnTo>
                    <a:pt x="3652" y="5604"/>
                  </a:lnTo>
                  <a:lnTo>
                    <a:pt x="4183" y="6160"/>
                  </a:lnTo>
                  <a:lnTo>
                    <a:pt x="4368" y="6593"/>
                  </a:lnTo>
                  <a:lnTo>
                    <a:pt x="4646" y="7896"/>
                  </a:lnTo>
                  <a:lnTo>
                    <a:pt x="4646" y="16317"/>
                  </a:lnTo>
                  <a:lnTo>
                    <a:pt x="0" y="1631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9"/>
            <p:cNvSpPr/>
            <p:nvPr/>
          </p:nvSpPr>
          <p:spPr>
            <a:xfrm>
              <a:off x="7449516" y="2590385"/>
              <a:ext cx="196786" cy="840532"/>
            </a:xfrm>
            <a:custGeom>
              <a:avLst/>
              <a:gdLst/>
              <a:ahLst/>
              <a:cxnLst/>
              <a:rect l="l" t="t" r="r" b="b"/>
              <a:pathLst>
                <a:path w="6642" h="28370" extrusionOk="0">
                  <a:moveTo>
                    <a:pt x="6179" y="14753"/>
                  </a:moveTo>
                  <a:lnTo>
                    <a:pt x="6179" y="13777"/>
                  </a:lnTo>
                  <a:lnTo>
                    <a:pt x="5159" y="12665"/>
                  </a:lnTo>
                  <a:lnTo>
                    <a:pt x="6271" y="12387"/>
                  </a:lnTo>
                  <a:lnTo>
                    <a:pt x="6271" y="352"/>
                  </a:lnTo>
                  <a:lnTo>
                    <a:pt x="5209" y="210"/>
                  </a:lnTo>
                  <a:lnTo>
                    <a:pt x="3751" y="2206"/>
                  </a:lnTo>
                  <a:cubicBezTo>
                    <a:pt x="3751" y="1866"/>
                    <a:pt x="3751" y="1520"/>
                    <a:pt x="3757" y="1186"/>
                  </a:cubicBezTo>
                  <a:cubicBezTo>
                    <a:pt x="3757" y="816"/>
                    <a:pt x="3788" y="426"/>
                    <a:pt x="3751" y="56"/>
                  </a:cubicBezTo>
                  <a:cubicBezTo>
                    <a:pt x="3738" y="0"/>
                    <a:pt x="3664" y="0"/>
                    <a:pt x="3664" y="56"/>
                  </a:cubicBezTo>
                  <a:cubicBezTo>
                    <a:pt x="3633" y="420"/>
                    <a:pt x="3652" y="791"/>
                    <a:pt x="3652" y="1149"/>
                  </a:cubicBezTo>
                  <a:cubicBezTo>
                    <a:pt x="3652" y="1532"/>
                    <a:pt x="3652" y="1909"/>
                    <a:pt x="3664" y="2280"/>
                  </a:cubicBezTo>
                  <a:lnTo>
                    <a:pt x="3664" y="2329"/>
                  </a:lnTo>
                  <a:lnTo>
                    <a:pt x="2898" y="3367"/>
                  </a:lnTo>
                  <a:lnTo>
                    <a:pt x="2595" y="3701"/>
                  </a:lnTo>
                  <a:lnTo>
                    <a:pt x="2503" y="3701"/>
                  </a:lnTo>
                  <a:lnTo>
                    <a:pt x="2503" y="3509"/>
                  </a:lnTo>
                  <a:lnTo>
                    <a:pt x="2503" y="2657"/>
                  </a:lnTo>
                  <a:cubicBezTo>
                    <a:pt x="2638" y="2669"/>
                    <a:pt x="2756" y="2669"/>
                    <a:pt x="2879" y="2644"/>
                  </a:cubicBezTo>
                  <a:cubicBezTo>
                    <a:pt x="2923" y="2638"/>
                    <a:pt x="2923" y="2564"/>
                    <a:pt x="2879" y="2558"/>
                  </a:cubicBezTo>
                  <a:cubicBezTo>
                    <a:pt x="2756" y="2533"/>
                    <a:pt x="2626" y="2546"/>
                    <a:pt x="2503" y="2546"/>
                  </a:cubicBezTo>
                  <a:lnTo>
                    <a:pt x="2503" y="2335"/>
                  </a:lnTo>
                  <a:cubicBezTo>
                    <a:pt x="2503" y="1940"/>
                    <a:pt x="2533" y="1532"/>
                    <a:pt x="2490" y="1137"/>
                  </a:cubicBezTo>
                  <a:cubicBezTo>
                    <a:pt x="2478" y="1094"/>
                    <a:pt x="2416" y="1094"/>
                    <a:pt x="2416" y="1137"/>
                  </a:cubicBezTo>
                  <a:cubicBezTo>
                    <a:pt x="2373" y="1532"/>
                    <a:pt x="2404" y="1940"/>
                    <a:pt x="2404" y="2335"/>
                  </a:cubicBezTo>
                  <a:lnTo>
                    <a:pt x="2404" y="2552"/>
                  </a:lnTo>
                  <a:lnTo>
                    <a:pt x="2336" y="2552"/>
                  </a:lnTo>
                  <a:cubicBezTo>
                    <a:pt x="2138" y="2552"/>
                    <a:pt x="1947" y="2552"/>
                    <a:pt x="1755" y="2558"/>
                  </a:cubicBezTo>
                  <a:cubicBezTo>
                    <a:pt x="1570" y="2558"/>
                    <a:pt x="1384" y="2558"/>
                    <a:pt x="1199" y="2564"/>
                  </a:cubicBezTo>
                  <a:cubicBezTo>
                    <a:pt x="1199" y="2224"/>
                    <a:pt x="1205" y="1897"/>
                    <a:pt x="1180" y="1557"/>
                  </a:cubicBezTo>
                  <a:cubicBezTo>
                    <a:pt x="1180" y="1514"/>
                    <a:pt x="1119" y="1514"/>
                    <a:pt x="1119" y="1557"/>
                  </a:cubicBezTo>
                  <a:cubicBezTo>
                    <a:pt x="1100" y="1884"/>
                    <a:pt x="1106" y="2224"/>
                    <a:pt x="1106" y="2564"/>
                  </a:cubicBezTo>
                  <a:cubicBezTo>
                    <a:pt x="933" y="2564"/>
                    <a:pt x="766" y="2576"/>
                    <a:pt x="593" y="2583"/>
                  </a:cubicBezTo>
                  <a:cubicBezTo>
                    <a:pt x="563" y="2583"/>
                    <a:pt x="563" y="2620"/>
                    <a:pt x="593" y="2620"/>
                  </a:cubicBezTo>
                  <a:cubicBezTo>
                    <a:pt x="766" y="2626"/>
                    <a:pt x="933" y="2626"/>
                    <a:pt x="1106" y="2638"/>
                  </a:cubicBezTo>
                  <a:lnTo>
                    <a:pt x="1106" y="2898"/>
                  </a:lnTo>
                  <a:lnTo>
                    <a:pt x="1106" y="3726"/>
                  </a:lnTo>
                  <a:cubicBezTo>
                    <a:pt x="946" y="3732"/>
                    <a:pt x="779" y="3732"/>
                    <a:pt x="618" y="3738"/>
                  </a:cubicBezTo>
                  <a:cubicBezTo>
                    <a:pt x="581" y="3738"/>
                    <a:pt x="581" y="3793"/>
                    <a:pt x="618" y="3793"/>
                  </a:cubicBezTo>
                  <a:cubicBezTo>
                    <a:pt x="779" y="3800"/>
                    <a:pt x="946" y="3800"/>
                    <a:pt x="1106" y="3812"/>
                  </a:cubicBezTo>
                  <a:lnTo>
                    <a:pt x="1106" y="4244"/>
                  </a:lnTo>
                  <a:lnTo>
                    <a:pt x="1106" y="5468"/>
                  </a:lnTo>
                  <a:lnTo>
                    <a:pt x="56" y="5931"/>
                  </a:lnTo>
                  <a:lnTo>
                    <a:pt x="56" y="12943"/>
                  </a:lnTo>
                  <a:lnTo>
                    <a:pt x="933" y="13963"/>
                  </a:lnTo>
                  <a:lnTo>
                    <a:pt x="149" y="14519"/>
                  </a:lnTo>
                  <a:lnTo>
                    <a:pt x="0" y="28370"/>
                  </a:lnTo>
                  <a:lnTo>
                    <a:pt x="6642" y="28185"/>
                  </a:lnTo>
                  <a:lnTo>
                    <a:pt x="6642" y="15075"/>
                  </a:lnTo>
                  <a:close/>
                  <a:moveTo>
                    <a:pt x="1180" y="2929"/>
                  </a:moveTo>
                  <a:lnTo>
                    <a:pt x="1180" y="2644"/>
                  </a:lnTo>
                  <a:cubicBezTo>
                    <a:pt x="1366" y="2644"/>
                    <a:pt x="1551" y="2651"/>
                    <a:pt x="1743" y="2651"/>
                  </a:cubicBezTo>
                  <a:cubicBezTo>
                    <a:pt x="1934" y="2651"/>
                    <a:pt x="2126" y="2651"/>
                    <a:pt x="2317" y="2657"/>
                  </a:cubicBezTo>
                  <a:lnTo>
                    <a:pt x="2391" y="2657"/>
                  </a:lnTo>
                  <a:lnTo>
                    <a:pt x="2391" y="3515"/>
                  </a:lnTo>
                  <a:lnTo>
                    <a:pt x="2391" y="3707"/>
                  </a:lnTo>
                  <a:cubicBezTo>
                    <a:pt x="2175" y="3707"/>
                    <a:pt x="1947" y="3719"/>
                    <a:pt x="1743" y="3719"/>
                  </a:cubicBezTo>
                  <a:cubicBezTo>
                    <a:pt x="1557" y="3719"/>
                    <a:pt x="1372" y="3726"/>
                    <a:pt x="1180" y="3726"/>
                  </a:cubicBezTo>
                  <a:close/>
                  <a:moveTo>
                    <a:pt x="1180" y="4244"/>
                  </a:moveTo>
                  <a:lnTo>
                    <a:pt x="1180" y="3812"/>
                  </a:lnTo>
                  <a:cubicBezTo>
                    <a:pt x="1366" y="3818"/>
                    <a:pt x="1551" y="3818"/>
                    <a:pt x="1743" y="3818"/>
                  </a:cubicBezTo>
                  <a:cubicBezTo>
                    <a:pt x="1953" y="3818"/>
                    <a:pt x="2175" y="3824"/>
                    <a:pt x="2398" y="3824"/>
                  </a:cubicBezTo>
                  <a:cubicBezTo>
                    <a:pt x="2404" y="4183"/>
                    <a:pt x="2404" y="4529"/>
                    <a:pt x="2410" y="4881"/>
                  </a:cubicBezTo>
                  <a:lnTo>
                    <a:pt x="1187" y="5424"/>
                  </a:lnTo>
                  <a:close/>
                  <a:moveTo>
                    <a:pt x="2472" y="4862"/>
                  </a:moveTo>
                  <a:cubicBezTo>
                    <a:pt x="2484" y="4597"/>
                    <a:pt x="2484" y="4337"/>
                    <a:pt x="2490" y="4078"/>
                  </a:cubicBezTo>
                  <a:lnTo>
                    <a:pt x="2706" y="47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9"/>
            <p:cNvSpPr/>
            <p:nvPr/>
          </p:nvSpPr>
          <p:spPr>
            <a:xfrm>
              <a:off x="7517778" y="3127236"/>
              <a:ext cx="128524" cy="69951"/>
            </a:xfrm>
            <a:custGeom>
              <a:avLst/>
              <a:gdLst/>
              <a:ahLst/>
              <a:cxnLst/>
              <a:rect l="l" t="t" r="r" b="b"/>
              <a:pathLst>
                <a:path w="4338" h="2361" extrusionOk="0">
                  <a:moveTo>
                    <a:pt x="4338" y="75"/>
                  </a:moveTo>
                  <a:cubicBezTo>
                    <a:pt x="3992" y="38"/>
                    <a:pt x="2824" y="0"/>
                    <a:pt x="2824" y="0"/>
                  </a:cubicBezTo>
                  <a:lnTo>
                    <a:pt x="1990" y="439"/>
                  </a:lnTo>
                  <a:lnTo>
                    <a:pt x="1762" y="927"/>
                  </a:lnTo>
                  <a:lnTo>
                    <a:pt x="835" y="1063"/>
                  </a:lnTo>
                  <a:lnTo>
                    <a:pt x="1" y="742"/>
                  </a:lnTo>
                  <a:lnTo>
                    <a:pt x="767" y="1205"/>
                  </a:lnTo>
                  <a:lnTo>
                    <a:pt x="1786" y="1113"/>
                  </a:lnTo>
                  <a:lnTo>
                    <a:pt x="1527" y="1483"/>
                  </a:lnTo>
                  <a:lnTo>
                    <a:pt x="767" y="1669"/>
                  </a:lnTo>
                  <a:lnTo>
                    <a:pt x="279" y="2360"/>
                  </a:lnTo>
                  <a:lnTo>
                    <a:pt x="1737" y="1594"/>
                  </a:lnTo>
                  <a:lnTo>
                    <a:pt x="2040" y="1063"/>
                  </a:lnTo>
                  <a:lnTo>
                    <a:pt x="2108" y="556"/>
                  </a:lnTo>
                  <a:lnTo>
                    <a:pt x="2849" y="229"/>
                  </a:lnTo>
                  <a:lnTo>
                    <a:pt x="4338" y="371"/>
                  </a:lnTo>
                  <a:lnTo>
                    <a:pt x="4338" y="7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9"/>
            <p:cNvSpPr/>
            <p:nvPr/>
          </p:nvSpPr>
          <p:spPr>
            <a:xfrm>
              <a:off x="7535910" y="2683179"/>
              <a:ext cx="57685" cy="106748"/>
            </a:xfrm>
            <a:custGeom>
              <a:avLst/>
              <a:gdLst/>
              <a:ahLst/>
              <a:cxnLst/>
              <a:rect l="l" t="t" r="r" b="b"/>
              <a:pathLst>
                <a:path w="1947" h="3603" extrusionOk="0">
                  <a:moveTo>
                    <a:pt x="359" y="699"/>
                  </a:moveTo>
                  <a:lnTo>
                    <a:pt x="1156" y="655"/>
                  </a:lnTo>
                  <a:lnTo>
                    <a:pt x="822" y="1279"/>
                  </a:lnTo>
                  <a:lnTo>
                    <a:pt x="915" y="2027"/>
                  </a:lnTo>
                  <a:lnTo>
                    <a:pt x="1180" y="2768"/>
                  </a:lnTo>
                  <a:lnTo>
                    <a:pt x="1947" y="3602"/>
                  </a:lnTo>
                  <a:lnTo>
                    <a:pt x="1341" y="2700"/>
                  </a:lnTo>
                  <a:lnTo>
                    <a:pt x="1131" y="1866"/>
                  </a:lnTo>
                  <a:lnTo>
                    <a:pt x="1007" y="1236"/>
                  </a:lnTo>
                  <a:lnTo>
                    <a:pt x="1409" y="353"/>
                  </a:lnTo>
                  <a:lnTo>
                    <a:pt x="544" y="495"/>
                  </a:lnTo>
                  <a:lnTo>
                    <a:pt x="143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9"/>
            <p:cNvSpPr/>
            <p:nvPr/>
          </p:nvSpPr>
          <p:spPr>
            <a:xfrm>
              <a:off x="7499853" y="3324199"/>
              <a:ext cx="210148" cy="110570"/>
            </a:xfrm>
            <a:custGeom>
              <a:avLst/>
              <a:gdLst/>
              <a:ahLst/>
              <a:cxnLst/>
              <a:rect l="l" t="t" r="r" b="b"/>
              <a:pathLst>
                <a:path w="7093" h="3732" extrusionOk="0">
                  <a:moveTo>
                    <a:pt x="0" y="3219"/>
                  </a:moveTo>
                  <a:cubicBezTo>
                    <a:pt x="25" y="3151"/>
                    <a:pt x="371" y="2502"/>
                    <a:pt x="371" y="2502"/>
                  </a:cubicBezTo>
                  <a:cubicBezTo>
                    <a:pt x="371" y="2502"/>
                    <a:pt x="371" y="2014"/>
                    <a:pt x="581" y="1829"/>
                  </a:cubicBezTo>
                  <a:cubicBezTo>
                    <a:pt x="791" y="1643"/>
                    <a:pt x="1761" y="859"/>
                    <a:pt x="1761" y="859"/>
                  </a:cubicBezTo>
                  <a:lnTo>
                    <a:pt x="3201" y="0"/>
                  </a:lnTo>
                  <a:lnTo>
                    <a:pt x="4127" y="791"/>
                  </a:lnTo>
                  <a:lnTo>
                    <a:pt x="4844" y="884"/>
                  </a:lnTo>
                  <a:lnTo>
                    <a:pt x="5375" y="1551"/>
                  </a:lnTo>
                  <a:lnTo>
                    <a:pt x="6395" y="2088"/>
                  </a:lnTo>
                  <a:lnTo>
                    <a:pt x="7093" y="3083"/>
                  </a:lnTo>
                  <a:lnTo>
                    <a:pt x="6469" y="3571"/>
                  </a:lnTo>
                  <a:lnTo>
                    <a:pt x="3818" y="3732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39"/>
            <p:cNvSpPr/>
            <p:nvPr/>
          </p:nvSpPr>
          <p:spPr>
            <a:xfrm>
              <a:off x="7543584" y="3378358"/>
              <a:ext cx="164047" cy="53478"/>
            </a:xfrm>
            <a:custGeom>
              <a:avLst/>
              <a:gdLst/>
              <a:ahLst/>
              <a:cxnLst/>
              <a:rect l="l" t="t" r="r" b="b"/>
              <a:pathLst>
                <a:path w="5537" h="1805" extrusionOk="0">
                  <a:moveTo>
                    <a:pt x="5537" y="1329"/>
                  </a:moveTo>
                  <a:lnTo>
                    <a:pt x="5345" y="884"/>
                  </a:lnTo>
                  <a:lnTo>
                    <a:pt x="4159" y="421"/>
                  </a:lnTo>
                  <a:lnTo>
                    <a:pt x="3590" y="124"/>
                  </a:lnTo>
                  <a:lnTo>
                    <a:pt x="2806" y="279"/>
                  </a:lnTo>
                  <a:lnTo>
                    <a:pt x="2126" y="1"/>
                  </a:lnTo>
                  <a:lnTo>
                    <a:pt x="1354" y="310"/>
                  </a:lnTo>
                  <a:lnTo>
                    <a:pt x="872" y="866"/>
                  </a:lnTo>
                  <a:lnTo>
                    <a:pt x="1" y="1595"/>
                  </a:lnTo>
                  <a:lnTo>
                    <a:pt x="520" y="1663"/>
                  </a:lnTo>
                  <a:lnTo>
                    <a:pt x="2787" y="1805"/>
                  </a:lnTo>
                  <a:lnTo>
                    <a:pt x="4820" y="1755"/>
                  </a:lnTo>
                  <a:lnTo>
                    <a:pt x="5005" y="1749"/>
                  </a:lnTo>
                  <a:close/>
                </a:path>
              </a:pathLst>
            </a:custGeom>
            <a:solidFill>
              <a:srgbClr val="7A2B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39"/>
            <p:cNvSpPr/>
            <p:nvPr/>
          </p:nvSpPr>
          <p:spPr>
            <a:xfrm>
              <a:off x="6819310" y="2679712"/>
              <a:ext cx="326021" cy="752124"/>
            </a:xfrm>
            <a:custGeom>
              <a:avLst/>
              <a:gdLst/>
              <a:ahLst/>
              <a:cxnLst/>
              <a:rect l="l" t="t" r="r" b="b"/>
              <a:pathLst>
                <a:path w="11004" h="25386" extrusionOk="0">
                  <a:moveTo>
                    <a:pt x="155" y="1452"/>
                  </a:moveTo>
                  <a:cubicBezTo>
                    <a:pt x="155" y="1452"/>
                    <a:pt x="247" y="649"/>
                    <a:pt x="371" y="556"/>
                  </a:cubicBezTo>
                  <a:cubicBezTo>
                    <a:pt x="494" y="463"/>
                    <a:pt x="1421" y="0"/>
                    <a:pt x="1514" y="0"/>
                  </a:cubicBezTo>
                  <a:cubicBezTo>
                    <a:pt x="1606" y="0"/>
                    <a:pt x="1823" y="433"/>
                    <a:pt x="1823" y="433"/>
                  </a:cubicBezTo>
                  <a:lnTo>
                    <a:pt x="2317" y="803"/>
                  </a:lnTo>
                  <a:lnTo>
                    <a:pt x="3151" y="1390"/>
                  </a:lnTo>
                  <a:lnTo>
                    <a:pt x="3553" y="5505"/>
                  </a:lnTo>
                  <a:lnTo>
                    <a:pt x="3583" y="6617"/>
                  </a:lnTo>
                  <a:lnTo>
                    <a:pt x="4139" y="6555"/>
                  </a:lnTo>
                  <a:lnTo>
                    <a:pt x="4665" y="6401"/>
                  </a:lnTo>
                  <a:lnTo>
                    <a:pt x="5437" y="6740"/>
                  </a:lnTo>
                  <a:lnTo>
                    <a:pt x="5437" y="7482"/>
                  </a:lnTo>
                  <a:lnTo>
                    <a:pt x="5808" y="6370"/>
                  </a:lnTo>
                  <a:lnTo>
                    <a:pt x="6549" y="6308"/>
                  </a:lnTo>
                  <a:lnTo>
                    <a:pt x="7105" y="5937"/>
                  </a:lnTo>
                  <a:lnTo>
                    <a:pt x="8810" y="5659"/>
                  </a:lnTo>
                  <a:lnTo>
                    <a:pt x="9274" y="6123"/>
                  </a:lnTo>
                  <a:lnTo>
                    <a:pt x="9490" y="6926"/>
                  </a:lnTo>
                  <a:lnTo>
                    <a:pt x="10478" y="7018"/>
                  </a:lnTo>
                  <a:lnTo>
                    <a:pt x="11003" y="7018"/>
                  </a:lnTo>
                  <a:lnTo>
                    <a:pt x="11003" y="25386"/>
                  </a:lnTo>
                  <a:lnTo>
                    <a:pt x="0" y="2538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9"/>
            <p:cNvSpPr/>
            <p:nvPr/>
          </p:nvSpPr>
          <p:spPr>
            <a:xfrm>
              <a:off x="7005459" y="3015570"/>
              <a:ext cx="99045" cy="334080"/>
            </a:xfrm>
            <a:custGeom>
              <a:avLst/>
              <a:gdLst/>
              <a:ahLst/>
              <a:cxnLst/>
              <a:rect l="l" t="t" r="r" b="b"/>
              <a:pathLst>
                <a:path w="3343" h="11276" extrusionOk="0">
                  <a:moveTo>
                    <a:pt x="0" y="1"/>
                  </a:moveTo>
                  <a:lnTo>
                    <a:pt x="3343" y="1"/>
                  </a:lnTo>
                  <a:lnTo>
                    <a:pt x="3343" y="11276"/>
                  </a:lnTo>
                  <a:lnTo>
                    <a:pt x="0" y="11276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39"/>
            <p:cNvSpPr/>
            <p:nvPr/>
          </p:nvSpPr>
          <p:spPr>
            <a:xfrm>
              <a:off x="6783253" y="2575542"/>
              <a:ext cx="66454" cy="155633"/>
            </a:xfrm>
            <a:custGeom>
              <a:avLst/>
              <a:gdLst/>
              <a:ahLst/>
              <a:cxnLst/>
              <a:rect l="l" t="t" r="r" b="b"/>
              <a:pathLst>
                <a:path w="2243" h="5253" extrusionOk="0">
                  <a:moveTo>
                    <a:pt x="2169" y="2719"/>
                  </a:moveTo>
                  <a:cubicBezTo>
                    <a:pt x="1996" y="2756"/>
                    <a:pt x="1816" y="2812"/>
                    <a:pt x="1643" y="2867"/>
                  </a:cubicBezTo>
                  <a:cubicBezTo>
                    <a:pt x="1656" y="2775"/>
                    <a:pt x="1656" y="2682"/>
                    <a:pt x="1662" y="2589"/>
                  </a:cubicBezTo>
                  <a:cubicBezTo>
                    <a:pt x="1674" y="2385"/>
                    <a:pt x="1693" y="2194"/>
                    <a:pt x="1705" y="1990"/>
                  </a:cubicBezTo>
                  <a:cubicBezTo>
                    <a:pt x="1841" y="1959"/>
                    <a:pt x="1996" y="1947"/>
                    <a:pt x="2119" y="1885"/>
                  </a:cubicBezTo>
                  <a:cubicBezTo>
                    <a:pt x="2150" y="1866"/>
                    <a:pt x="2132" y="1817"/>
                    <a:pt x="2101" y="1817"/>
                  </a:cubicBezTo>
                  <a:cubicBezTo>
                    <a:pt x="1977" y="1823"/>
                    <a:pt x="1847" y="1866"/>
                    <a:pt x="1724" y="1904"/>
                  </a:cubicBezTo>
                  <a:cubicBezTo>
                    <a:pt x="1742" y="1706"/>
                    <a:pt x="1755" y="1514"/>
                    <a:pt x="1779" y="1323"/>
                  </a:cubicBezTo>
                  <a:cubicBezTo>
                    <a:pt x="1823" y="897"/>
                    <a:pt x="1903" y="458"/>
                    <a:pt x="1928" y="32"/>
                  </a:cubicBezTo>
                  <a:cubicBezTo>
                    <a:pt x="1928" y="1"/>
                    <a:pt x="1878" y="1"/>
                    <a:pt x="1878" y="25"/>
                  </a:cubicBezTo>
                  <a:cubicBezTo>
                    <a:pt x="1841" y="205"/>
                    <a:pt x="1810" y="378"/>
                    <a:pt x="1786" y="563"/>
                  </a:cubicBezTo>
                  <a:cubicBezTo>
                    <a:pt x="1625" y="581"/>
                    <a:pt x="1452" y="594"/>
                    <a:pt x="1291" y="619"/>
                  </a:cubicBezTo>
                  <a:cubicBezTo>
                    <a:pt x="1279" y="470"/>
                    <a:pt x="1260" y="334"/>
                    <a:pt x="1242" y="186"/>
                  </a:cubicBezTo>
                  <a:cubicBezTo>
                    <a:pt x="1242" y="161"/>
                    <a:pt x="1205" y="161"/>
                    <a:pt x="1217" y="186"/>
                  </a:cubicBezTo>
                  <a:cubicBezTo>
                    <a:pt x="1223" y="334"/>
                    <a:pt x="1230" y="476"/>
                    <a:pt x="1242" y="619"/>
                  </a:cubicBezTo>
                  <a:cubicBezTo>
                    <a:pt x="1137" y="631"/>
                    <a:pt x="1019" y="649"/>
                    <a:pt x="914" y="668"/>
                  </a:cubicBezTo>
                  <a:cubicBezTo>
                    <a:pt x="834" y="674"/>
                    <a:pt x="748" y="686"/>
                    <a:pt x="673" y="699"/>
                  </a:cubicBezTo>
                  <a:cubicBezTo>
                    <a:pt x="655" y="520"/>
                    <a:pt x="643" y="347"/>
                    <a:pt x="618" y="180"/>
                  </a:cubicBezTo>
                  <a:cubicBezTo>
                    <a:pt x="612" y="149"/>
                    <a:pt x="562" y="155"/>
                    <a:pt x="562" y="186"/>
                  </a:cubicBezTo>
                  <a:cubicBezTo>
                    <a:pt x="575" y="365"/>
                    <a:pt x="581" y="532"/>
                    <a:pt x="593" y="711"/>
                  </a:cubicBezTo>
                  <a:cubicBezTo>
                    <a:pt x="402" y="736"/>
                    <a:pt x="216" y="761"/>
                    <a:pt x="25" y="779"/>
                  </a:cubicBezTo>
                  <a:cubicBezTo>
                    <a:pt x="0" y="779"/>
                    <a:pt x="0" y="822"/>
                    <a:pt x="25" y="822"/>
                  </a:cubicBezTo>
                  <a:cubicBezTo>
                    <a:pt x="216" y="798"/>
                    <a:pt x="408" y="773"/>
                    <a:pt x="593" y="748"/>
                  </a:cubicBezTo>
                  <a:cubicBezTo>
                    <a:pt x="624" y="1168"/>
                    <a:pt x="673" y="1582"/>
                    <a:pt x="711" y="1996"/>
                  </a:cubicBezTo>
                  <a:cubicBezTo>
                    <a:pt x="717" y="2046"/>
                    <a:pt x="717" y="2101"/>
                    <a:pt x="729" y="2157"/>
                  </a:cubicBezTo>
                  <a:cubicBezTo>
                    <a:pt x="624" y="2188"/>
                    <a:pt x="519" y="2212"/>
                    <a:pt x="420" y="2243"/>
                  </a:cubicBezTo>
                  <a:cubicBezTo>
                    <a:pt x="395" y="2250"/>
                    <a:pt x="402" y="2280"/>
                    <a:pt x="426" y="2280"/>
                  </a:cubicBezTo>
                  <a:cubicBezTo>
                    <a:pt x="525" y="2256"/>
                    <a:pt x="624" y="2243"/>
                    <a:pt x="735" y="2219"/>
                  </a:cubicBezTo>
                  <a:cubicBezTo>
                    <a:pt x="760" y="2528"/>
                    <a:pt x="791" y="2836"/>
                    <a:pt x="822" y="3145"/>
                  </a:cubicBezTo>
                  <a:lnTo>
                    <a:pt x="470" y="3263"/>
                  </a:lnTo>
                  <a:cubicBezTo>
                    <a:pt x="451" y="3269"/>
                    <a:pt x="457" y="3306"/>
                    <a:pt x="482" y="3300"/>
                  </a:cubicBezTo>
                  <a:lnTo>
                    <a:pt x="828" y="3207"/>
                  </a:lnTo>
                  <a:cubicBezTo>
                    <a:pt x="853" y="3405"/>
                    <a:pt x="865" y="3609"/>
                    <a:pt x="890" y="3806"/>
                  </a:cubicBezTo>
                  <a:cubicBezTo>
                    <a:pt x="890" y="3825"/>
                    <a:pt x="921" y="3825"/>
                    <a:pt x="921" y="3806"/>
                  </a:cubicBezTo>
                  <a:cubicBezTo>
                    <a:pt x="908" y="3603"/>
                    <a:pt x="890" y="3399"/>
                    <a:pt x="871" y="3189"/>
                  </a:cubicBezTo>
                  <a:cubicBezTo>
                    <a:pt x="1038" y="3145"/>
                    <a:pt x="1199" y="3108"/>
                    <a:pt x="1359" y="3059"/>
                  </a:cubicBezTo>
                  <a:lnTo>
                    <a:pt x="1372" y="3059"/>
                  </a:lnTo>
                  <a:cubicBezTo>
                    <a:pt x="1390" y="3776"/>
                    <a:pt x="1396" y="4505"/>
                    <a:pt x="1390" y="5227"/>
                  </a:cubicBezTo>
                  <a:cubicBezTo>
                    <a:pt x="1390" y="5252"/>
                    <a:pt x="1421" y="5252"/>
                    <a:pt x="1421" y="5227"/>
                  </a:cubicBezTo>
                  <a:cubicBezTo>
                    <a:pt x="1452" y="4505"/>
                    <a:pt x="1470" y="3769"/>
                    <a:pt x="1452" y="3034"/>
                  </a:cubicBezTo>
                  <a:cubicBezTo>
                    <a:pt x="1508" y="3022"/>
                    <a:pt x="1551" y="3003"/>
                    <a:pt x="1606" y="2991"/>
                  </a:cubicBezTo>
                  <a:cubicBezTo>
                    <a:pt x="1575" y="3708"/>
                    <a:pt x="1575" y="4437"/>
                    <a:pt x="1594" y="5153"/>
                  </a:cubicBezTo>
                  <a:cubicBezTo>
                    <a:pt x="1594" y="5166"/>
                    <a:pt x="1619" y="5166"/>
                    <a:pt x="1619" y="5153"/>
                  </a:cubicBezTo>
                  <a:cubicBezTo>
                    <a:pt x="1606" y="4424"/>
                    <a:pt x="1625" y="3695"/>
                    <a:pt x="1662" y="2966"/>
                  </a:cubicBezTo>
                  <a:cubicBezTo>
                    <a:pt x="1847" y="2911"/>
                    <a:pt x="2039" y="2861"/>
                    <a:pt x="2218" y="2787"/>
                  </a:cubicBezTo>
                  <a:cubicBezTo>
                    <a:pt x="2243" y="2781"/>
                    <a:pt x="2224" y="2707"/>
                    <a:pt x="2169" y="2719"/>
                  </a:cubicBezTo>
                  <a:close/>
                  <a:moveTo>
                    <a:pt x="1761" y="619"/>
                  </a:moveTo>
                  <a:cubicBezTo>
                    <a:pt x="1742" y="835"/>
                    <a:pt x="1724" y="1051"/>
                    <a:pt x="1699" y="1267"/>
                  </a:cubicBezTo>
                  <a:cubicBezTo>
                    <a:pt x="1681" y="1483"/>
                    <a:pt x="1662" y="1706"/>
                    <a:pt x="1637" y="1922"/>
                  </a:cubicBezTo>
                  <a:cubicBezTo>
                    <a:pt x="1551" y="1947"/>
                    <a:pt x="1470" y="1959"/>
                    <a:pt x="1384" y="1984"/>
                  </a:cubicBezTo>
                  <a:cubicBezTo>
                    <a:pt x="1359" y="1551"/>
                    <a:pt x="1328" y="1113"/>
                    <a:pt x="1285" y="680"/>
                  </a:cubicBezTo>
                  <a:cubicBezTo>
                    <a:pt x="1446" y="668"/>
                    <a:pt x="1600" y="643"/>
                    <a:pt x="1761" y="619"/>
                  </a:cubicBezTo>
                  <a:close/>
                  <a:moveTo>
                    <a:pt x="754" y="1978"/>
                  </a:moveTo>
                  <a:cubicBezTo>
                    <a:pt x="723" y="1570"/>
                    <a:pt x="698" y="1162"/>
                    <a:pt x="661" y="748"/>
                  </a:cubicBezTo>
                  <a:cubicBezTo>
                    <a:pt x="741" y="742"/>
                    <a:pt x="828" y="730"/>
                    <a:pt x="914" y="717"/>
                  </a:cubicBezTo>
                  <a:cubicBezTo>
                    <a:pt x="1019" y="705"/>
                    <a:pt x="1124" y="699"/>
                    <a:pt x="1230" y="686"/>
                  </a:cubicBezTo>
                  <a:cubicBezTo>
                    <a:pt x="1260" y="1131"/>
                    <a:pt x="1285" y="1570"/>
                    <a:pt x="1297" y="2009"/>
                  </a:cubicBezTo>
                  <a:cubicBezTo>
                    <a:pt x="1285" y="2015"/>
                    <a:pt x="1267" y="2015"/>
                    <a:pt x="1248" y="2027"/>
                  </a:cubicBezTo>
                  <a:cubicBezTo>
                    <a:pt x="1081" y="2064"/>
                    <a:pt x="921" y="2107"/>
                    <a:pt x="760" y="2157"/>
                  </a:cubicBezTo>
                  <a:cubicBezTo>
                    <a:pt x="760" y="2089"/>
                    <a:pt x="760" y="2033"/>
                    <a:pt x="754" y="1978"/>
                  </a:cubicBezTo>
                  <a:close/>
                  <a:moveTo>
                    <a:pt x="1310" y="2985"/>
                  </a:moveTo>
                  <a:cubicBezTo>
                    <a:pt x="1155" y="3028"/>
                    <a:pt x="1001" y="3084"/>
                    <a:pt x="846" y="3139"/>
                  </a:cubicBezTo>
                  <a:lnTo>
                    <a:pt x="772" y="2212"/>
                  </a:lnTo>
                  <a:cubicBezTo>
                    <a:pt x="945" y="2182"/>
                    <a:pt x="1106" y="2138"/>
                    <a:pt x="1279" y="2101"/>
                  </a:cubicBezTo>
                  <a:cubicBezTo>
                    <a:pt x="1285" y="2101"/>
                    <a:pt x="1297" y="2095"/>
                    <a:pt x="1310" y="2095"/>
                  </a:cubicBezTo>
                  <a:cubicBezTo>
                    <a:pt x="1322" y="2385"/>
                    <a:pt x="1328" y="2682"/>
                    <a:pt x="1335" y="2966"/>
                  </a:cubicBezTo>
                  <a:cubicBezTo>
                    <a:pt x="1322" y="2972"/>
                    <a:pt x="1316" y="2972"/>
                    <a:pt x="1310" y="2985"/>
                  </a:cubicBezTo>
                  <a:close/>
                  <a:moveTo>
                    <a:pt x="1421" y="2941"/>
                  </a:moveTo>
                  <a:cubicBezTo>
                    <a:pt x="1415" y="2651"/>
                    <a:pt x="1409" y="2367"/>
                    <a:pt x="1390" y="2077"/>
                  </a:cubicBezTo>
                  <a:cubicBezTo>
                    <a:pt x="1477" y="2058"/>
                    <a:pt x="1557" y="2039"/>
                    <a:pt x="1637" y="2015"/>
                  </a:cubicBezTo>
                  <a:cubicBezTo>
                    <a:pt x="1625" y="2200"/>
                    <a:pt x="1619" y="2379"/>
                    <a:pt x="1600" y="2565"/>
                  </a:cubicBezTo>
                  <a:cubicBezTo>
                    <a:pt x="1594" y="2676"/>
                    <a:pt x="1594" y="2781"/>
                    <a:pt x="1588" y="2892"/>
                  </a:cubicBezTo>
                  <a:cubicBezTo>
                    <a:pt x="1532" y="2904"/>
                    <a:pt x="1477" y="2923"/>
                    <a:pt x="1421" y="294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39"/>
            <p:cNvSpPr/>
            <p:nvPr/>
          </p:nvSpPr>
          <p:spPr>
            <a:xfrm>
              <a:off x="7145123" y="2543515"/>
              <a:ext cx="132731" cy="387705"/>
            </a:xfrm>
            <a:custGeom>
              <a:avLst/>
              <a:gdLst/>
              <a:ahLst/>
              <a:cxnLst/>
              <a:rect l="l" t="t" r="r" b="b"/>
              <a:pathLst>
                <a:path w="4480" h="13086" extrusionOk="0">
                  <a:moveTo>
                    <a:pt x="4399" y="2892"/>
                  </a:moveTo>
                  <a:cubicBezTo>
                    <a:pt x="4158" y="2954"/>
                    <a:pt x="3960" y="3096"/>
                    <a:pt x="3818" y="3300"/>
                  </a:cubicBezTo>
                  <a:cubicBezTo>
                    <a:pt x="3750" y="3398"/>
                    <a:pt x="3695" y="3510"/>
                    <a:pt x="3664" y="3621"/>
                  </a:cubicBezTo>
                  <a:cubicBezTo>
                    <a:pt x="3658" y="3652"/>
                    <a:pt x="3651" y="3695"/>
                    <a:pt x="3645" y="3726"/>
                  </a:cubicBezTo>
                  <a:cubicBezTo>
                    <a:pt x="3633" y="3732"/>
                    <a:pt x="3627" y="3732"/>
                    <a:pt x="3627" y="3744"/>
                  </a:cubicBezTo>
                  <a:cubicBezTo>
                    <a:pt x="3614" y="4529"/>
                    <a:pt x="3621" y="5314"/>
                    <a:pt x="3614" y="6092"/>
                  </a:cubicBezTo>
                  <a:lnTo>
                    <a:pt x="3614" y="6630"/>
                  </a:lnTo>
                  <a:cubicBezTo>
                    <a:pt x="3349" y="6333"/>
                    <a:pt x="3077" y="6043"/>
                    <a:pt x="2799" y="5765"/>
                  </a:cubicBezTo>
                  <a:cubicBezTo>
                    <a:pt x="2811" y="4974"/>
                    <a:pt x="2811" y="4195"/>
                    <a:pt x="2811" y="3405"/>
                  </a:cubicBezTo>
                  <a:cubicBezTo>
                    <a:pt x="2885" y="3423"/>
                    <a:pt x="2953" y="3423"/>
                    <a:pt x="3015" y="3398"/>
                  </a:cubicBezTo>
                  <a:cubicBezTo>
                    <a:pt x="3040" y="3392"/>
                    <a:pt x="3046" y="3343"/>
                    <a:pt x="3015" y="3337"/>
                  </a:cubicBezTo>
                  <a:cubicBezTo>
                    <a:pt x="2947" y="3331"/>
                    <a:pt x="2879" y="3331"/>
                    <a:pt x="2811" y="3324"/>
                  </a:cubicBezTo>
                  <a:lnTo>
                    <a:pt x="2811" y="2472"/>
                  </a:lnTo>
                  <a:lnTo>
                    <a:pt x="2811" y="1632"/>
                  </a:lnTo>
                  <a:cubicBezTo>
                    <a:pt x="2811" y="1354"/>
                    <a:pt x="2824" y="1069"/>
                    <a:pt x="2780" y="791"/>
                  </a:cubicBezTo>
                  <a:cubicBezTo>
                    <a:pt x="2780" y="767"/>
                    <a:pt x="2731" y="767"/>
                    <a:pt x="2731" y="791"/>
                  </a:cubicBezTo>
                  <a:cubicBezTo>
                    <a:pt x="2694" y="1026"/>
                    <a:pt x="2706" y="1273"/>
                    <a:pt x="2700" y="1514"/>
                  </a:cubicBezTo>
                  <a:lnTo>
                    <a:pt x="2700" y="2262"/>
                  </a:lnTo>
                  <a:lnTo>
                    <a:pt x="2700" y="3306"/>
                  </a:lnTo>
                  <a:cubicBezTo>
                    <a:pt x="2638" y="3293"/>
                    <a:pt x="2583" y="3269"/>
                    <a:pt x="2521" y="3244"/>
                  </a:cubicBezTo>
                  <a:cubicBezTo>
                    <a:pt x="2354" y="3176"/>
                    <a:pt x="2193" y="3083"/>
                    <a:pt x="2014" y="3015"/>
                  </a:cubicBezTo>
                  <a:cubicBezTo>
                    <a:pt x="1810" y="2929"/>
                    <a:pt x="1613" y="2880"/>
                    <a:pt x="1403" y="2849"/>
                  </a:cubicBezTo>
                  <a:cubicBezTo>
                    <a:pt x="1403" y="2540"/>
                    <a:pt x="1409" y="2243"/>
                    <a:pt x="1409" y="1934"/>
                  </a:cubicBezTo>
                  <a:cubicBezTo>
                    <a:pt x="1421" y="1304"/>
                    <a:pt x="1434" y="674"/>
                    <a:pt x="1378" y="56"/>
                  </a:cubicBezTo>
                  <a:cubicBezTo>
                    <a:pt x="1372" y="1"/>
                    <a:pt x="1304" y="1"/>
                    <a:pt x="1298" y="56"/>
                  </a:cubicBezTo>
                  <a:cubicBezTo>
                    <a:pt x="1248" y="606"/>
                    <a:pt x="1267" y="1168"/>
                    <a:pt x="1267" y="1724"/>
                  </a:cubicBezTo>
                  <a:cubicBezTo>
                    <a:pt x="1267" y="2095"/>
                    <a:pt x="1273" y="2466"/>
                    <a:pt x="1273" y="2836"/>
                  </a:cubicBezTo>
                  <a:cubicBezTo>
                    <a:pt x="1156" y="2818"/>
                    <a:pt x="1032" y="2812"/>
                    <a:pt x="915" y="2805"/>
                  </a:cubicBezTo>
                  <a:cubicBezTo>
                    <a:pt x="884" y="2805"/>
                    <a:pt x="884" y="2842"/>
                    <a:pt x="915" y="2849"/>
                  </a:cubicBezTo>
                  <a:cubicBezTo>
                    <a:pt x="1032" y="2867"/>
                    <a:pt x="1156" y="2880"/>
                    <a:pt x="1273" y="2898"/>
                  </a:cubicBezTo>
                  <a:cubicBezTo>
                    <a:pt x="1273" y="3053"/>
                    <a:pt x="1273" y="3213"/>
                    <a:pt x="1279" y="3368"/>
                  </a:cubicBezTo>
                  <a:cubicBezTo>
                    <a:pt x="1279" y="3707"/>
                    <a:pt x="1285" y="4053"/>
                    <a:pt x="1285" y="4393"/>
                  </a:cubicBezTo>
                  <a:cubicBezTo>
                    <a:pt x="1057" y="4208"/>
                    <a:pt x="822" y="4022"/>
                    <a:pt x="587" y="3849"/>
                  </a:cubicBezTo>
                  <a:cubicBezTo>
                    <a:pt x="556" y="3825"/>
                    <a:pt x="513" y="3880"/>
                    <a:pt x="544" y="3899"/>
                  </a:cubicBezTo>
                  <a:cubicBezTo>
                    <a:pt x="791" y="4103"/>
                    <a:pt x="1038" y="4313"/>
                    <a:pt x="1285" y="4517"/>
                  </a:cubicBezTo>
                  <a:cubicBezTo>
                    <a:pt x="1298" y="5246"/>
                    <a:pt x="1298" y="5981"/>
                    <a:pt x="1304" y="6704"/>
                  </a:cubicBezTo>
                  <a:lnTo>
                    <a:pt x="1304" y="7346"/>
                  </a:lnTo>
                  <a:lnTo>
                    <a:pt x="865" y="7445"/>
                  </a:lnTo>
                  <a:lnTo>
                    <a:pt x="525" y="7105"/>
                  </a:lnTo>
                  <a:lnTo>
                    <a:pt x="0" y="6580"/>
                  </a:lnTo>
                  <a:lnTo>
                    <a:pt x="0" y="13086"/>
                  </a:lnTo>
                  <a:lnTo>
                    <a:pt x="3806" y="12869"/>
                  </a:lnTo>
                  <a:lnTo>
                    <a:pt x="3806" y="7816"/>
                  </a:lnTo>
                  <a:lnTo>
                    <a:pt x="3695" y="7803"/>
                  </a:lnTo>
                  <a:cubicBezTo>
                    <a:pt x="3707" y="7470"/>
                    <a:pt x="3707" y="7130"/>
                    <a:pt x="3707" y="6790"/>
                  </a:cubicBezTo>
                  <a:cubicBezTo>
                    <a:pt x="3719" y="6772"/>
                    <a:pt x="3726" y="6753"/>
                    <a:pt x="3713" y="6728"/>
                  </a:cubicBezTo>
                  <a:lnTo>
                    <a:pt x="3707" y="6722"/>
                  </a:lnTo>
                  <a:lnTo>
                    <a:pt x="3707" y="6086"/>
                  </a:lnTo>
                  <a:cubicBezTo>
                    <a:pt x="3707" y="5320"/>
                    <a:pt x="3707" y="4566"/>
                    <a:pt x="3689" y="3800"/>
                  </a:cubicBezTo>
                  <a:lnTo>
                    <a:pt x="3689" y="3794"/>
                  </a:lnTo>
                  <a:cubicBezTo>
                    <a:pt x="3695" y="3738"/>
                    <a:pt x="3713" y="3695"/>
                    <a:pt x="3726" y="3639"/>
                  </a:cubicBezTo>
                  <a:cubicBezTo>
                    <a:pt x="3756" y="3528"/>
                    <a:pt x="3812" y="3429"/>
                    <a:pt x="3880" y="3343"/>
                  </a:cubicBezTo>
                  <a:cubicBezTo>
                    <a:pt x="4016" y="3170"/>
                    <a:pt x="4207" y="3028"/>
                    <a:pt x="4424" y="2972"/>
                  </a:cubicBezTo>
                  <a:cubicBezTo>
                    <a:pt x="4479" y="2960"/>
                    <a:pt x="4455" y="2880"/>
                    <a:pt x="4399" y="2892"/>
                  </a:cubicBezTo>
                  <a:close/>
                  <a:moveTo>
                    <a:pt x="1403" y="2910"/>
                  </a:moveTo>
                  <a:cubicBezTo>
                    <a:pt x="1644" y="2960"/>
                    <a:pt x="1872" y="3022"/>
                    <a:pt x="2101" y="3120"/>
                  </a:cubicBezTo>
                  <a:cubicBezTo>
                    <a:pt x="2255" y="3188"/>
                    <a:pt x="2397" y="3275"/>
                    <a:pt x="2552" y="3337"/>
                  </a:cubicBezTo>
                  <a:cubicBezTo>
                    <a:pt x="2601" y="3349"/>
                    <a:pt x="2644" y="3374"/>
                    <a:pt x="2700" y="3386"/>
                  </a:cubicBezTo>
                  <a:lnTo>
                    <a:pt x="2700" y="3788"/>
                  </a:lnTo>
                  <a:cubicBezTo>
                    <a:pt x="2700" y="4412"/>
                    <a:pt x="2700" y="5036"/>
                    <a:pt x="2706" y="5660"/>
                  </a:cubicBezTo>
                  <a:cubicBezTo>
                    <a:pt x="2292" y="5246"/>
                    <a:pt x="1854" y="4850"/>
                    <a:pt x="1396" y="4473"/>
                  </a:cubicBezTo>
                  <a:cubicBezTo>
                    <a:pt x="1396" y="3955"/>
                    <a:pt x="1396" y="3429"/>
                    <a:pt x="1403" y="2910"/>
                  </a:cubicBezTo>
                  <a:close/>
                  <a:moveTo>
                    <a:pt x="1514" y="7291"/>
                  </a:moveTo>
                  <a:lnTo>
                    <a:pt x="1372" y="7322"/>
                  </a:lnTo>
                  <a:cubicBezTo>
                    <a:pt x="1378" y="6413"/>
                    <a:pt x="1378" y="5505"/>
                    <a:pt x="1390" y="4597"/>
                  </a:cubicBezTo>
                  <a:cubicBezTo>
                    <a:pt x="1835" y="4992"/>
                    <a:pt x="2274" y="5394"/>
                    <a:pt x="2700" y="5814"/>
                  </a:cubicBezTo>
                  <a:cubicBezTo>
                    <a:pt x="2700" y="6154"/>
                    <a:pt x="2700" y="6494"/>
                    <a:pt x="2706" y="6834"/>
                  </a:cubicBezTo>
                  <a:cubicBezTo>
                    <a:pt x="2706" y="7019"/>
                    <a:pt x="2719" y="7217"/>
                    <a:pt x="2719" y="7402"/>
                  </a:cubicBezTo>
                  <a:lnTo>
                    <a:pt x="2539" y="7192"/>
                  </a:lnTo>
                  <a:close/>
                  <a:moveTo>
                    <a:pt x="2972" y="7692"/>
                  </a:moveTo>
                  <a:lnTo>
                    <a:pt x="2787" y="7482"/>
                  </a:lnTo>
                  <a:cubicBezTo>
                    <a:pt x="2793" y="6957"/>
                    <a:pt x="2793" y="6432"/>
                    <a:pt x="2799" y="5907"/>
                  </a:cubicBezTo>
                  <a:cubicBezTo>
                    <a:pt x="3077" y="6179"/>
                    <a:pt x="3349" y="6457"/>
                    <a:pt x="3614" y="6741"/>
                  </a:cubicBezTo>
                  <a:cubicBezTo>
                    <a:pt x="3614" y="7093"/>
                    <a:pt x="3614" y="7439"/>
                    <a:pt x="3621" y="778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9"/>
            <p:cNvSpPr/>
            <p:nvPr/>
          </p:nvSpPr>
          <p:spPr>
            <a:xfrm flipH="1">
              <a:off x="5687194" y="1509768"/>
              <a:ext cx="1751904" cy="1533301"/>
            </a:xfrm>
            <a:custGeom>
              <a:avLst/>
              <a:gdLst/>
              <a:ahLst/>
              <a:cxnLst/>
              <a:rect l="l" t="t" r="r" b="b"/>
              <a:pathLst>
                <a:path w="53967" h="47233" extrusionOk="0">
                  <a:moveTo>
                    <a:pt x="4041" y="46429"/>
                  </a:moveTo>
                  <a:cubicBezTo>
                    <a:pt x="3701" y="46491"/>
                    <a:pt x="3380" y="46213"/>
                    <a:pt x="3257" y="45891"/>
                  </a:cubicBezTo>
                  <a:cubicBezTo>
                    <a:pt x="3121" y="45564"/>
                    <a:pt x="3139" y="45212"/>
                    <a:pt x="3102" y="44872"/>
                  </a:cubicBezTo>
                  <a:cubicBezTo>
                    <a:pt x="2985" y="43859"/>
                    <a:pt x="2429" y="42907"/>
                    <a:pt x="1601" y="42314"/>
                  </a:cubicBezTo>
                  <a:cubicBezTo>
                    <a:pt x="1341" y="42123"/>
                    <a:pt x="1008" y="41888"/>
                    <a:pt x="1051" y="41567"/>
                  </a:cubicBezTo>
                  <a:cubicBezTo>
                    <a:pt x="1107" y="41153"/>
                    <a:pt x="1687" y="41079"/>
                    <a:pt x="1916" y="40733"/>
                  </a:cubicBezTo>
                  <a:cubicBezTo>
                    <a:pt x="2163" y="40362"/>
                    <a:pt x="1916" y="39880"/>
                    <a:pt x="1694" y="39497"/>
                  </a:cubicBezTo>
                  <a:cubicBezTo>
                    <a:pt x="1471" y="39114"/>
                    <a:pt x="1286" y="38583"/>
                    <a:pt x="1595" y="38274"/>
                  </a:cubicBezTo>
                  <a:cubicBezTo>
                    <a:pt x="1712" y="37780"/>
                    <a:pt x="1348" y="37242"/>
                    <a:pt x="1008" y="36865"/>
                  </a:cubicBezTo>
                  <a:cubicBezTo>
                    <a:pt x="754" y="36575"/>
                    <a:pt x="495" y="36285"/>
                    <a:pt x="242" y="36000"/>
                  </a:cubicBezTo>
                  <a:cubicBezTo>
                    <a:pt x="124" y="35864"/>
                    <a:pt x="1" y="35710"/>
                    <a:pt x="13" y="35537"/>
                  </a:cubicBezTo>
                  <a:cubicBezTo>
                    <a:pt x="19" y="35352"/>
                    <a:pt x="168" y="35203"/>
                    <a:pt x="297" y="35080"/>
                  </a:cubicBezTo>
                  <a:cubicBezTo>
                    <a:pt x="643" y="34765"/>
                    <a:pt x="983" y="34443"/>
                    <a:pt x="1329" y="34128"/>
                  </a:cubicBezTo>
                  <a:cubicBezTo>
                    <a:pt x="1465" y="34011"/>
                    <a:pt x="1595" y="33881"/>
                    <a:pt x="1656" y="33721"/>
                  </a:cubicBezTo>
                  <a:cubicBezTo>
                    <a:pt x="1799" y="33356"/>
                    <a:pt x="1564" y="32955"/>
                    <a:pt x="1329" y="32639"/>
                  </a:cubicBezTo>
                  <a:cubicBezTo>
                    <a:pt x="1100" y="32677"/>
                    <a:pt x="853" y="32207"/>
                    <a:pt x="884" y="31972"/>
                  </a:cubicBezTo>
                  <a:cubicBezTo>
                    <a:pt x="915" y="31744"/>
                    <a:pt x="1070" y="31558"/>
                    <a:pt x="1199" y="31367"/>
                  </a:cubicBezTo>
                  <a:cubicBezTo>
                    <a:pt x="1329" y="31181"/>
                    <a:pt x="1453" y="30947"/>
                    <a:pt x="1409" y="30724"/>
                  </a:cubicBezTo>
                  <a:cubicBezTo>
                    <a:pt x="1329" y="30384"/>
                    <a:pt x="884" y="30156"/>
                    <a:pt x="952" y="29810"/>
                  </a:cubicBezTo>
                  <a:cubicBezTo>
                    <a:pt x="1002" y="29587"/>
                    <a:pt x="1249" y="29470"/>
                    <a:pt x="1440" y="29365"/>
                  </a:cubicBezTo>
                  <a:cubicBezTo>
                    <a:pt x="2330" y="28852"/>
                    <a:pt x="2676" y="27759"/>
                    <a:pt x="2935" y="26758"/>
                  </a:cubicBezTo>
                  <a:cubicBezTo>
                    <a:pt x="3732" y="26838"/>
                    <a:pt x="4443" y="26165"/>
                    <a:pt x="4684" y="25411"/>
                  </a:cubicBezTo>
                  <a:cubicBezTo>
                    <a:pt x="4925" y="24651"/>
                    <a:pt x="4813" y="23823"/>
                    <a:pt x="4696" y="23039"/>
                  </a:cubicBezTo>
                  <a:cubicBezTo>
                    <a:pt x="4560" y="22112"/>
                    <a:pt x="5512" y="20963"/>
                    <a:pt x="6210" y="20333"/>
                  </a:cubicBezTo>
                  <a:cubicBezTo>
                    <a:pt x="6537" y="20049"/>
                    <a:pt x="6914" y="19789"/>
                    <a:pt x="7106" y="19400"/>
                  </a:cubicBezTo>
                  <a:cubicBezTo>
                    <a:pt x="7303" y="19023"/>
                    <a:pt x="7303" y="18560"/>
                    <a:pt x="7550" y="18201"/>
                  </a:cubicBezTo>
                  <a:cubicBezTo>
                    <a:pt x="7847" y="17769"/>
                    <a:pt x="8421" y="17658"/>
                    <a:pt x="8947" y="17596"/>
                  </a:cubicBezTo>
                  <a:cubicBezTo>
                    <a:pt x="9466" y="17540"/>
                    <a:pt x="10034" y="17503"/>
                    <a:pt x="10429" y="17163"/>
                  </a:cubicBezTo>
                  <a:cubicBezTo>
                    <a:pt x="10701" y="16929"/>
                    <a:pt x="10948" y="16422"/>
                    <a:pt x="11041" y="16082"/>
                  </a:cubicBezTo>
                  <a:cubicBezTo>
                    <a:pt x="11121" y="15742"/>
                    <a:pt x="11177" y="15372"/>
                    <a:pt x="11381" y="15081"/>
                  </a:cubicBezTo>
                  <a:cubicBezTo>
                    <a:pt x="11578" y="14791"/>
                    <a:pt x="12005" y="14618"/>
                    <a:pt x="12289" y="14828"/>
                  </a:cubicBezTo>
                  <a:cubicBezTo>
                    <a:pt x="12413" y="14921"/>
                    <a:pt x="12691" y="14494"/>
                    <a:pt x="12678" y="14340"/>
                  </a:cubicBezTo>
                  <a:cubicBezTo>
                    <a:pt x="12660" y="14186"/>
                    <a:pt x="12561" y="14062"/>
                    <a:pt x="12462" y="13957"/>
                  </a:cubicBezTo>
                  <a:cubicBezTo>
                    <a:pt x="12357" y="13840"/>
                    <a:pt x="12258" y="13710"/>
                    <a:pt x="12258" y="13562"/>
                  </a:cubicBezTo>
                  <a:cubicBezTo>
                    <a:pt x="12258" y="13339"/>
                    <a:pt x="12474" y="13191"/>
                    <a:pt x="12653" y="13061"/>
                  </a:cubicBezTo>
                  <a:cubicBezTo>
                    <a:pt x="12833" y="12931"/>
                    <a:pt x="13018" y="12721"/>
                    <a:pt x="12932" y="12511"/>
                  </a:cubicBezTo>
                  <a:cubicBezTo>
                    <a:pt x="12851" y="12320"/>
                    <a:pt x="12604" y="12283"/>
                    <a:pt x="12406" y="12239"/>
                  </a:cubicBezTo>
                  <a:cubicBezTo>
                    <a:pt x="12073" y="12190"/>
                    <a:pt x="11733" y="12066"/>
                    <a:pt x="11492" y="11825"/>
                  </a:cubicBezTo>
                  <a:cubicBezTo>
                    <a:pt x="11257" y="11585"/>
                    <a:pt x="11134" y="11208"/>
                    <a:pt x="11263" y="10893"/>
                  </a:cubicBezTo>
                  <a:cubicBezTo>
                    <a:pt x="12925" y="10324"/>
                    <a:pt x="14637" y="9255"/>
                    <a:pt x="16305" y="8687"/>
                  </a:cubicBezTo>
                  <a:cubicBezTo>
                    <a:pt x="16682" y="8557"/>
                    <a:pt x="17108" y="8390"/>
                    <a:pt x="17250" y="8020"/>
                  </a:cubicBezTo>
                  <a:cubicBezTo>
                    <a:pt x="17355" y="7711"/>
                    <a:pt x="17231" y="7377"/>
                    <a:pt x="17114" y="7075"/>
                  </a:cubicBezTo>
                  <a:cubicBezTo>
                    <a:pt x="16929" y="6630"/>
                    <a:pt x="16750" y="6173"/>
                    <a:pt x="16564" y="5722"/>
                  </a:cubicBezTo>
                  <a:cubicBezTo>
                    <a:pt x="16453" y="5444"/>
                    <a:pt x="16342" y="5159"/>
                    <a:pt x="16317" y="4857"/>
                  </a:cubicBezTo>
                  <a:cubicBezTo>
                    <a:pt x="16274" y="4066"/>
                    <a:pt x="16885" y="3399"/>
                    <a:pt x="17448" y="2836"/>
                  </a:cubicBezTo>
                  <a:cubicBezTo>
                    <a:pt x="24880" y="1842"/>
                    <a:pt x="32368" y="674"/>
                    <a:pt x="39850" y="279"/>
                  </a:cubicBezTo>
                  <a:cubicBezTo>
                    <a:pt x="43007" y="112"/>
                    <a:pt x="46182" y="1"/>
                    <a:pt x="49339" y="186"/>
                  </a:cubicBezTo>
                  <a:cubicBezTo>
                    <a:pt x="50494" y="254"/>
                    <a:pt x="51699" y="390"/>
                    <a:pt x="52657" y="1020"/>
                  </a:cubicBezTo>
                  <a:cubicBezTo>
                    <a:pt x="53404" y="1514"/>
                    <a:pt x="53967" y="2534"/>
                    <a:pt x="53509" y="3306"/>
                  </a:cubicBezTo>
                  <a:cubicBezTo>
                    <a:pt x="53213" y="3819"/>
                    <a:pt x="52583" y="4023"/>
                    <a:pt x="51996" y="4072"/>
                  </a:cubicBezTo>
                  <a:cubicBezTo>
                    <a:pt x="51409" y="4115"/>
                    <a:pt x="50816" y="4035"/>
                    <a:pt x="50241" y="4128"/>
                  </a:cubicBezTo>
                  <a:cubicBezTo>
                    <a:pt x="49605" y="4233"/>
                    <a:pt x="48981" y="4591"/>
                    <a:pt x="48709" y="5166"/>
                  </a:cubicBezTo>
                  <a:cubicBezTo>
                    <a:pt x="48437" y="5746"/>
                    <a:pt x="48616" y="6549"/>
                    <a:pt x="49191" y="6846"/>
                  </a:cubicBezTo>
                  <a:cubicBezTo>
                    <a:pt x="49296" y="7192"/>
                    <a:pt x="49407" y="7594"/>
                    <a:pt x="49413" y="7958"/>
                  </a:cubicBezTo>
                  <a:cubicBezTo>
                    <a:pt x="49419" y="8316"/>
                    <a:pt x="49302" y="8699"/>
                    <a:pt x="49036" y="8947"/>
                  </a:cubicBezTo>
                  <a:cubicBezTo>
                    <a:pt x="48740" y="9218"/>
                    <a:pt x="48295" y="9268"/>
                    <a:pt x="47906" y="9194"/>
                  </a:cubicBezTo>
                  <a:cubicBezTo>
                    <a:pt x="47510" y="9113"/>
                    <a:pt x="47158" y="8916"/>
                    <a:pt x="46812" y="8712"/>
                  </a:cubicBezTo>
                  <a:cubicBezTo>
                    <a:pt x="46577" y="8582"/>
                    <a:pt x="46324" y="8446"/>
                    <a:pt x="46052" y="8452"/>
                  </a:cubicBezTo>
                  <a:cubicBezTo>
                    <a:pt x="45781" y="8458"/>
                    <a:pt x="45503" y="8681"/>
                    <a:pt x="45533" y="8953"/>
                  </a:cubicBezTo>
                  <a:cubicBezTo>
                    <a:pt x="45552" y="9082"/>
                    <a:pt x="45632" y="9194"/>
                    <a:pt x="45657" y="9323"/>
                  </a:cubicBezTo>
                  <a:cubicBezTo>
                    <a:pt x="45682" y="9453"/>
                    <a:pt x="45595" y="9620"/>
                    <a:pt x="45465" y="9595"/>
                  </a:cubicBezTo>
                  <a:cubicBezTo>
                    <a:pt x="45453" y="9781"/>
                    <a:pt x="45348" y="9879"/>
                    <a:pt x="45181" y="9947"/>
                  </a:cubicBezTo>
                  <a:cubicBezTo>
                    <a:pt x="45008" y="10021"/>
                    <a:pt x="44823" y="10028"/>
                    <a:pt x="44638" y="10028"/>
                  </a:cubicBezTo>
                  <a:cubicBezTo>
                    <a:pt x="44137" y="10034"/>
                    <a:pt x="43637" y="10052"/>
                    <a:pt x="43136" y="10059"/>
                  </a:cubicBezTo>
                  <a:cubicBezTo>
                    <a:pt x="42753" y="10065"/>
                    <a:pt x="42315" y="10108"/>
                    <a:pt x="42123" y="10435"/>
                  </a:cubicBezTo>
                  <a:cubicBezTo>
                    <a:pt x="42043" y="10565"/>
                    <a:pt x="42024" y="10738"/>
                    <a:pt x="41925" y="10856"/>
                  </a:cubicBezTo>
                  <a:cubicBezTo>
                    <a:pt x="41697" y="11134"/>
                    <a:pt x="41227" y="10985"/>
                    <a:pt x="40906" y="11146"/>
                  </a:cubicBezTo>
                  <a:cubicBezTo>
                    <a:pt x="40640" y="11294"/>
                    <a:pt x="40535" y="11640"/>
                    <a:pt x="40591" y="11943"/>
                  </a:cubicBezTo>
                  <a:cubicBezTo>
                    <a:pt x="40647" y="12246"/>
                    <a:pt x="40826" y="12505"/>
                    <a:pt x="40992" y="12758"/>
                  </a:cubicBezTo>
                  <a:cubicBezTo>
                    <a:pt x="41017" y="13117"/>
                    <a:pt x="40622" y="13308"/>
                    <a:pt x="40257" y="13308"/>
                  </a:cubicBezTo>
                  <a:cubicBezTo>
                    <a:pt x="39905" y="13308"/>
                    <a:pt x="39572" y="13141"/>
                    <a:pt x="39232" y="13018"/>
                  </a:cubicBezTo>
                  <a:cubicBezTo>
                    <a:pt x="38892" y="12894"/>
                    <a:pt x="38503" y="12833"/>
                    <a:pt x="38200" y="13024"/>
                  </a:cubicBezTo>
                  <a:cubicBezTo>
                    <a:pt x="36730" y="13994"/>
                    <a:pt x="34950" y="14519"/>
                    <a:pt x="33208" y="14797"/>
                  </a:cubicBezTo>
                  <a:cubicBezTo>
                    <a:pt x="32788" y="14871"/>
                    <a:pt x="32343" y="14915"/>
                    <a:pt x="31942" y="15075"/>
                  </a:cubicBezTo>
                  <a:cubicBezTo>
                    <a:pt x="31540" y="15242"/>
                    <a:pt x="31169" y="15551"/>
                    <a:pt x="31046" y="15965"/>
                  </a:cubicBezTo>
                  <a:cubicBezTo>
                    <a:pt x="30922" y="16385"/>
                    <a:pt x="31138" y="16898"/>
                    <a:pt x="31552" y="17021"/>
                  </a:cubicBezTo>
                  <a:cubicBezTo>
                    <a:pt x="31509" y="17435"/>
                    <a:pt x="31095" y="17763"/>
                    <a:pt x="30681" y="17787"/>
                  </a:cubicBezTo>
                  <a:cubicBezTo>
                    <a:pt x="30273" y="17812"/>
                    <a:pt x="29866" y="17682"/>
                    <a:pt x="29446" y="17682"/>
                  </a:cubicBezTo>
                  <a:cubicBezTo>
                    <a:pt x="28272" y="17682"/>
                    <a:pt x="27246" y="18696"/>
                    <a:pt x="26079" y="18590"/>
                  </a:cubicBezTo>
                  <a:cubicBezTo>
                    <a:pt x="25887" y="18578"/>
                    <a:pt x="25695" y="18523"/>
                    <a:pt x="25504" y="18535"/>
                  </a:cubicBezTo>
                  <a:cubicBezTo>
                    <a:pt x="25306" y="18553"/>
                    <a:pt x="25102" y="18658"/>
                    <a:pt x="25047" y="18844"/>
                  </a:cubicBezTo>
                  <a:cubicBezTo>
                    <a:pt x="24923" y="19270"/>
                    <a:pt x="25628" y="19672"/>
                    <a:pt x="25417" y="20067"/>
                  </a:cubicBezTo>
                  <a:cubicBezTo>
                    <a:pt x="25473" y="20598"/>
                    <a:pt x="24831" y="20864"/>
                    <a:pt x="24305" y="20957"/>
                  </a:cubicBezTo>
                  <a:cubicBezTo>
                    <a:pt x="23780" y="21049"/>
                    <a:pt x="23206" y="21000"/>
                    <a:pt x="22755" y="21278"/>
                  </a:cubicBezTo>
                  <a:cubicBezTo>
                    <a:pt x="22310" y="21544"/>
                    <a:pt x="22081" y="22044"/>
                    <a:pt x="21680" y="22359"/>
                  </a:cubicBezTo>
                  <a:cubicBezTo>
                    <a:pt x="20920" y="22965"/>
                    <a:pt x="19839" y="22755"/>
                    <a:pt x="18893" y="22569"/>
                  </a:cubicBezTo>
                  <a:cubicBezTo>
                    <a:pt x="17948" y="22378"/>
                    <a:pt x="16805" y="22297"/>
                    <a:pt x="16181" y="23026"/>
                  </a:cubicBezTo>
                  <a:cubicBezTo>
                    <a:pt x="15916" y="23335"/>
                    <a:pt x="15390" y="23292"/>
                    <a:pt x="15014" y="23156"/>
                  </a:cubicBezTo>
                  <a:cubicBezTo>
                    <a:pt x="14630" y="23026"/>
                    <a:pt x="14291" y="22785"/>
                    <a:pt x="13895" y="22680"/>
                  </a:cubicBezTo>
                  <a:cubicBezTo>
                    <a:pt x="13500" y="22582"/>
                    <a:pt x="13012" y="22662"/>
                    <a:pt x="12814" y="23014"/>
                  </a:cubicBezTo>
                  <a:cubicBezTo>
                    <a:pt x="12579" y="23428"/>
                    <a:pt x="12870" y="23941"/>
                    <a:pt x="12796" y="24416"/>
                  </a:cubicBezTo>
                  <a:cubicBezTo>
                    <a:pt x="12728" y="24917"/>
                    <a:pt x="12240" y="25281"/>
                    <a:pt x="11739" y="25380"/>
                  </a:cubicBezTo>
                  <a:cubicBezTo>
                    <a:pt x="11239" y="25479"/>
                    <a:pt x="10726" y="25362"/>
                    <a:pt x="10232" y="25257"/>
                  </a:cubicBezTo>
                  <a:cubicBezTo>
                    <a:pt x="9113" y="25010"/>
                    <a:pt x="7989" y="24750"/>
                    <a:pt x="6865" y="24509"/>
                  </a:cubicBezTo>
                  <a:cubicBezTo>
                    <a:pt x="6741" y="24886"/>
                    <a:pt x="6327" y="25269"/>
                    <a:pt x="6204" y="25658"/>
                  </a:cubicBezTo>
                  <a:cubicBezTo>
                    <a:pt x="6179" y="26597"/>
                    <a:pt x="5407" y="27462"/>
                    <a:pt x="4474" y="27586"/>
                  </a:cubicBezTo>
                  <a:cubicBezTo>
                    <a:pt x="4078" y="27641"/>
                    <a:pt x="3553" y="27648"/>
                    <a:pt x="3454" y="28037"/>
                  </a:cubicBezTo>
                  <a:cubicBezTo>
                    <a:pt x="3325" y="28500"/>
                    <a:pt x="3992" y="28791"/>
                    <a:pt x="4097" y="29260"/>
                  </a:cubicBezTo>
                  <a:cubicBezTo>
                    <a:pt x="4233" y="29903"/>
                    <a:pt x="3300" y="30249"/>
                    <a:pt x="3114" y="30879"/>
                  </a:cubicBezTo>
                  <a:cubicBezTo>
                    <a:pt x="2861" y="31719"/>
                    <a:pt x="4023" y="32392"/>
                    <a:pt x="4035" y="33263"/>
                  </a:cubicBezTo>
                  <a:cubicBezTo>
                    <a:pt x="4041" y="34110"/>
                    <a:pt x="2941" y="34783"/>
                    <a:pt x="3176" y="35605"/>
                  </a:cubicBezTo>
                  <a:cubicBezTo>
                    <a:pt x="3355" y="36204"/>
                    <a:pt x="4103" y="36377"/>
                    <a:pt x="4640" y="36698"/>
                  </a:cubicBezTo>
                  <a:cubicBezTo>
                    <a:pt x="5746" y="37366"/>
                    <a:pt x="6018" y="38848"/>
                    <a:pt x="6000" y="40133"/>
                  </a:cubicBezTo>
                  <a:cubicBezTo>
                    <a:pt x="5987" y="41425"/>
                    <a:pt x="5808" y="42802"/>
                    <a:pt x="6420" y="43933"/>
                  </a:cubicBezTo>
                  <a:cubicBezTo>
                    <a:pt x="6648" y="44378"/>
                    <a:pt x="6988" y="44749"/>
                    <a:pt x="7217" y="45187"/>
                  </a:cubicBezTo>
                  <a:cubicBezTo>
                    <a:pt x="7439" y="45626"/>
                    <a:pt x="7544" y="46182"/>
                    <a:pt x="7291" y="46608"/>
                  </a:cubicBezTo>
                  <a:cubicBezTo>
                    <a:pt x="7019" y="47071"/>
                    <a:pt x="6401" y="47232"/>
                    <a:pt x="5876" y="47133"/>
                  </a:cubicBezTo>
                  <a:cubicBezTo>
                    <a:pt x="5332" y="47016"/>
                    <a:pt x="4480" y="46738"/>
                    <a:pt x="4041" y="46429"/>
                  </a:cubicBezTo>
                  <a:close/>
                </a:path>
              </a:pathLst>
            </a:custGeom>
            <a:solidFill>
              <a:srgbClr val="F7F9F7">
                <a:alpha val="2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9"/>
            <p:cNvSpPr/>
            <p:nvPr/>
          </p:nvSpPr>
          <p:spPr>
            <a:xfrm>
              <a:off x="7097157" y="2915281"/>
              <a:ext cx="362463" cy="508319"/>
            </a:xfrm>
            <a:custGeom>
              <a:avLst/>
              <a:gdLst/>
              <a:ahLst/>
              <a:cxnLst/>
              <a:rect l="l" t="t" r="r" b="b"/>
              <a:pathLst>
                <a:path w="12234" h="17157" extrusionOk="0">
                  <a:moveTo>
                    <a:pt x="1" y="0"/>
                  </a:moveTo>
                  <a:lnTo>
                    <a:pt x="12233" y="0"/>
                  </a:lnTo>
                  <a:lnTo>
                    <a:pt x="12233" y="17157"/>
                  </a:lnTo>
                  <a:lnTo>
                    <a:pt x="1" y="1715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39"/>
            <p:cNvSpPr/>
            <p:nvPr/>
          </p:nvSpPr>
          <p:spPr>
            <a:xfrm>
              <a:off x="7096979" y="3324733"/>
              <a:ext cx="338287" cy="99045"/>
            </a:xfrm>
            <a:custGeom>
              <a:avLst/>
              <a:gdLst/>
              <a:ahLst/>
              <a:cxnLst/>
              <a:rect l="l" t="t" r="r" b="b"/>
              <a:pathLst>
                <a:path w="11418" h="3343" extrusionOk="0">
                  <a:moveTo>
                    <a:pt x="4900" y="1520"/>
                  </a:moveTo>
                  <a:lnTo>
                    <a:pt x="4776" y="2114"/>
                  </a:lnTo>
                  <a:lnTo>
                    <a:pt x="4035" y="464"/>
                  </a:lnTo>
                  <a:lnTo>
                    <a:pt x="3170" y="137"/>
                  </a:lnTo>
                  <a:lnTo>
                    <a:pt x="0" y="1"/>
                  </a:lnTo>
                  <a:lnTo>
                    <a:pt x="0" y="3337"/>
                  </a:lnTo>
                  <a:lnTo>
                    <a:pt x="7754" y="3337"/>
                  </a:lnTo>
                  <a:lnTo>
                    <a:pt x="6240" y="2818"/>
                  </a:lnTo>
                  <a:close/>
                  <a:moveTo>
                    <a:pt x="10997" y="2688"/>
                  </a:moveTo>
                  <a:lnTo>
                    <a:pt x="9391" y="2954"/>
                  </a:lnTo>
                  <a:lnTo>
                    <a:pt x="8205" y="3343"/>
                  </a:lnTo>
                  <a:lnTo>
                    <a:pt x="11418" y="334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39"/>
            <p:cNvSpPr/>
            <p:nvPr/>
          </p:nvSpPr>
          <p:spPr>
            <a:xfrm>
              <a:off x="7333288" y="3121755"/>
              <a:ext cx="93741" cy="54396"/>
            </a:xfrm>
            <a:custGeom>
              <a:avLst/>
              <a:gdLst/>
              <a:ahLst/>
              <a:cxnLst/>
              <a:rect l="l" t="t" r="r" b="b"/>
              <a:pathLst>
                <a:path w="3164" h="1836" extrusionOk="0">
                  <a:moveTo>
                    <a:pt x="0" y="0"/>
                  </a:moveTo>
                  <a:lnTo>
                    <a:pt x="328" y="1835"/>
                  </a:lnTo>
                  <a:lnTo>
                    <a:pt x="3163" y="148"/>
                  </a:lnTo>
                  <a:close/>
                </a:path>
              </a:pathLst>
            </a:custGeom>
            <a:solidFill>
              <a:srgbClr val="F7F9F7">
                <a:alpha val="2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9"/>
            <p:cNvSpPr/>
            <p:nvPr/>
          </p:nvSpPr>
          <p:spPr>
            <a:xfrm>
              <a:off x="7343717" y="3206845"/>
              <a:ext cx="103074" cy="81298"/>
            </a:xfrm>
            <a:custGeom>
              <a:avLst/>
              <a:gdLst/>
              <a:ahLst/>
              <a:cxnLst/>
              <a:rect l="l" t="t" r="r" b="b"/>
              <a:pathLst>
                <a:path w="3479" h="2744" extrusionOk="0">
                  <a:moveTo>
                    <a:pt x="0" y="2639"/>
                  </a:moveTo>
                  <a:lnTo>
                    <a:pt x="19" y="1"/>
                  </a:lnTo>
                  <a:lnTo>
                    <a:pt x="760" y="977"/>
                  </a:lnTo>
                  <a:lnTo>
                    <a:pt x="1038" y="588"/>
                  </a:lnTo>
                  <a:lnTo>
                    <a:pt x="3275" y="588"/>
                  </a:lnTo>
                  <a:lnTo>
                    <a:pt x="3479" y="2744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9"/>
            <p:cNvSpPr/>
            <p:nvPr/>
          </p:nvSpPr>
          <p:spPr>
            <a:xfrm>
              <a:off x="7097157" y="3132894"/>
              <a:ext cx="176106" cy="147752"/>
            </a:xfrm>
            <a:custGeom>
              <a:avLst/>
              <a:gdLst/>
              <a:ahLst/>
              <a:cxnLst/>
              <a:rect l="l" t="t" r="r" b="b"/>
              <a:pathLst>
                <a:path w="5944" h="4987" extrusionOk="0">
                  <a:moveTo>
                    <a:pt x="1" y="1"/>
                  </a:moveTo>
                  <a:lnTo>
                    <a:pt x="5944" y="1"/>
                  </a:lnTo>
                  <a:lnTo>
                    <a:pt x="5944" y="4987"/>
                  </a:lnTo>
                  <a:lnTo>
                    <a:pt x="1" y="4987"/>
                  </a:lnTo>
                  <a:close/>
                </a:path>
              </a:pathLst>
            </a:custGeom>
            <a:solidFill>
              <a:srgbClr val="F7F9F7">
                <a:alpha val="2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9"/>
            <p:cNvSpPr/>
            <p:nvPr/>
          </p:nvSpPr>
          <p:spPr>
            <a:xfrm>
              <a:off x="7097157" y="2941827"/>
              <a:ext cx="362818" cy="144434"/>
            </a:xfrm>
            <a:custGeom>
              <a:avLst/>
              <a:gdLst/>
              <a:ahLst/>
              <a:cxnLst/>
              <a:rect l="l" t="t" r="r" b="b"/>
              <a:pathLst>
                <a:path w="12246" h="4875" extrusionOk="0">
                  <a:moveTo>
                    <a:pt x="2280" y="1915"/>
                  </a:moveTo>
                  <a:cubicBezTo>
                    <a:pt x="2280" y="1915"/>
                    <a:pt x="1835" y="575"/>
                    <a:pt x="1656" y="12"/>
                  </a:cubicBezTo>
                  <a:lnTo>
                    <a:pt x="1" y="12"/>
                  </a:lnTo>
                  <a:lnTo>
                    <a:pt x="1" y="4875"/>
                  </a:lnTo>
                  <a:lnTo>
                    <a:pt x="5796" y="4875"/>
                  </a:lnTo>
                  <a:cubicBezTo>
                    <a:pt x="5703" y="4152"/>
                    <a:pt x="5623" y="3139"/>
                    <a:pt x="5623" y="3139"/>
                  </a:cubicBezTo>
                  <a:lnTo>
                    <a:pt x="4035" y="3262"/>
                  </a:lnTo>
                  <a:lnTo>
                    <a:pt x="6142" y="1724"/>
                  </a:lnTo>
                  <a:lnTo>
                    <a:pt x="7464" y="93"/>
                  </a:lnTo>
                  <a:lnTo>
                    <a:pt x="7538" y="0"/>
                  </a:lnTo>
                  <a:lnTo>
                    <a:pt x="1903" y="0"/>
                  </a:lnTo>
                  <a:close/>
                  <a:moveTo>
                    <a:pt x="9540" y="1279"/>
                  </a:moveTo>
                  <a:cubicBezTo>
                    <a:pt x="9478" y="1341"/>
                    <a:pt x="9385" y="2206"/>
                    <a:pt x="9385" y="2206"/>
                  </a:cubicBezTo>
                  <a:lnTo>
                    <a:pt x="8119" y="2082"/>
                  </a:lnTo>
                  <a:lnTo>
                    <a:pt x="7841" y="3472"/>
                  </a:lnTo>
                  <a:lnTo>
                    <a:pt x="8075" y="4862"/>
                  </a:lnTo>
                  <a:lnTo>
                    <a:pt x="12246" y="4862"/>
                  </a:lnTo>
                  <a:lnTo>
                    <a:pt x="12246" y="290"/>
                  </a:lnTo>
                  <a:cubicBezTo>
                    <a:pt x="11208" y="667"/>
                    <a:pt x="9589" y="1236"/>
                    <a:pt x="9540" y="1279"/>
                  </a:cubicBezTo>
                  <a:close/>
                </a:path>
              </a:pathLst>
            </a:custGeom>
            <a:solidFill>
              <a:srgbClr val="F7F9F7">
                <a:alpha val="225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9"/>
            <p:cNvSpPr/>
            <p:nvPr/>
          </p:nvSpPr>
          <p:spPr>
            <a:xfrm>
              <a:off x="7067885" y="3072336"/>
              <a:ext cx="421392" cy="60588"/>
            </a:xfrm>
            <a:custGeom>
              <a:avLst/>
              <a:gdLst/>
              <a:ahLst/>
              <a:cxnLst/>
              <a:rect l="l" t="t" r="r" b="b"/>
              <a:pathLst>
                <a:path w="14223" h="2045" extrusionOk="0">
                  <a:moveTo>
                    <a:pt x="0" y="0"/>
                  </a:moveTo>
                  <a:lnTo>
                    <a:pt x="14222" y="0"/>
                  </a:lnTo>
                  <a:lnTo>
                    <a:pt x="14222" y="2045"/>
                  </a:lnTo>
                  <a:lnTo>
                    <a:pt x="0" y="204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9"/>
            <p:cNvSpPr/>
            <p:nvPr/>
          </p:nvSpPr>
          <p:spPr>
            <a:xfrm>
              <a:off x="7067885" y="3280795"/>
              <a:ext cx="421392" cy="60618"/>
            </a:xfrm>
            <a:custGeom>
              <a:avLst/>
              <a:gdLst/>
              <a:ahLst/>
              <a:cxnLst/>
              <a:rect l="l" t="t" r="r" b="b"/>
              <a:pathLst>
                <a:path w="14223" h="2046" extrusionOk="0">
                  <a:moveTo>
                    <a:pt x="0" y="1"/>
                  </a:moveTo>
                  <a:lnTo>
                    <a:pt x="14222" y="1"/>
                  </a:lnTo>
                  <a:lnTo>
                    <a:pt x="14222" y="2046"/>
                  </a:lnTo>
                  <a:lnTo>
                    <a:pt x="0" y="204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9"/>
            <p:cNvSpPr/>
            <p:nvPr/>
          </p:nvSpPr>
          <p:spPr>
            <a:xfrm>
              <a:off x="7067885" y="2892378"/>
              <a:ext cx="421392" cy="60825"/>
            </a:xfrm>
            <a:custGeom>
              <a:avLst/>
              <a:gdLst/>
              <a:ahLst/>
              <a:cxnLst/>
              <a:rect l="l" t="t" r="r" b="b"/>
              <a:pathLst>
                <a:path w="14223" h="2053" extrusionOk="0">
                  <a:moveTo>
                    <a:pt x="0" y="1"/>
                  </a:moveTo>
                  <a:lnTo>
                    <a:pt x="14222" y="1"/>
                  </a:lnTo>
                  <a:lnTo>
                    <a:pt x="14222" y="2052"/>
                  </a:lnTo>
                  <a:lnTo>
                    <a:pt x="0" y="205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9"/>
            <p:cNvSpPr/>
            <p:nvPr/>
          </p:nvSpPr>
          <p:spPr>
            <a:xfrm>
              <a:off x="7137243" y="2892378"/>
              <a:ext cx="60440" cy="30605"/>
            </a:xfrm>
            <a:custGeom>
              <a:avLst/>
              <a:gdLst/>
              <a:ahLst/>
              <a:cxnLst/>
              <a:rect l="l" t="t" r="r" b="b"/>
              <a:pathLst>
                <a:path w="2040" h="1033" extrusionOk="0">
                  <a:moveTo>
                    <a:pt x="927" y="1033"/>
                  </a:moveTo>
                  <a:lnTo>
                    <a:pt x="1273" y="403"/>
                  </a:lnTo>
                  <a:lnTo>
                    <a:pt x="2039" y="1"/>
                  </a:lnTo>
                  <a:lnTo>
                    <a:pt x="1" y="1"/>
                  </a:lnTo>
                  <a:lnTo>
                    <a:pt x="581" y="70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9"/>
            <p:cNvSpPr/>
            <p:nvPr/>
          </p:nvSpPr>
          <p:spPr>
            <a:xfrm>
              <a:off x="7355627" y="3072514"/>
              <a:ext cx="103993" cy="60410"/>
            </a:xfrm>
            <a:custGeom>
              <a:avLst/>
              <a:gdLst/>
              <a:ahLst/>
              <a:cxnLst/>
              <a:rect l="l" t="t" r="r" b="b"/>
              <a:pathLst>
                <a:path w="3510" h="2039" extrusionOk="0">
                  <a:moveTo>
                    <a:pt x="3509" y="2039"/>
                  </a:moveTo>
                  <a:lnTo>
                    <a:pt x="2638" y="1613"/>
                  </a:lnTo>
                  <a:cubicBezTo>
                    <a:pt x="2638" y="1613"/>
                    <a:pt x="1804" y="1477"/>
                    <a:pt x="1594" y="1335"/>
                  </a:cubicBezTo>
                  <a:cubicBezTo>
                    <a:pt x="1390" y="1199"/>
                    <a:pt x="1316" y="828"/>
                    <a:pt x="1316" y="828"/>
                  </a:cubicBezTo>
                  <a:lnTo>
                    <a:pt x="717" y="433"/>
                  </a:lnTo>
                  <a:lnTo>
                    <a:pt x="0" y="0"/>
                  </a:lnTo>
                  <a:lnTo>
                    <a:pt x="1063" y="272"/>
                  </a:lnTo>
                  <a:lnTo>
                    <a:pt x="1736" y="593"/>
                  </a:lnTo>
                  <a:lnTo>
                    <a:pt x="1946" y="1020"/>
                  </a:lnTo>
                  <a:lnTo>
                    <a:pt x="2521" y="1236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39"/>
            <p:cNvSpPr/>
            <p:nvPr/>
          </p:nvSpPr>
          <p:spPr>
            <a:xfrm>
              <a:off x="6781950" y="3226251"/>
              <a:ext cx="608845" cy="204489"/>
            </a:xfrm>
            <a:custGeom>
              <a:avLst/>
              <a:gdLst/>
              <a:ahLst/>
              <a:cxnLst/>
              <a:rect l="l" t="t" r="r" b="b"/>
              <a:pathLst>
                <a:path w="20550" h="6902" extrusionOk="0">
                  <a:moveTo>
                    <a:pt x="20487" y="1669"/>
                  </a:moveTo>
                  <a:cubicBezTo>
                    <a:pt x="20240" y="1657"/>
                    <a:pt x="19981" y="1731"/>
                    <a:pt x="19740" y="1768"/>
                  </a:cubicBezTo>
                  <a:cubicBezTo>
                    <a:pt x="19487" y="1817"/>
                    <a:pt x="19233" y="1860"/>
                    <a:pt x="18980" y="1910"/>
                  </a:cubicBezTo>
                  <a:cubicBezTo>
                    <a:pt x="18721" y="1965"/>
                    <a:pt x="18467" y="2015"/>
                    <a:pt x="18208" y="2070"/>
                  </a:cubicBezTo>
                  <a:cubicBezTo>
                    <a:pt x="18195" y="2021"/>
                    <a:pt x="18189" y="1972"/>
                    <a:pt x="18171" y="1922"/>
                  </a:cubicBezTo>
                  <a:cubicBezTo>
                    <a:pt x="18109" y="1712"/>
                    <a:pt x="18035" y="1514"/>
                    <a:pt x="17954" y="1317"/>
                  </a:cubicBezTo>
                  <a:cubicBezTo>
                    <a:pt x="18220" y="1199"/>
                    <a:pt x="18480" y="1076"/>
                    <a:pt x="18733" y="952"/>
                  </a:cubicBezTo>
                  <a:cubicBezTo>
                    <a:pt x="19289" y="680"/>
                    <a:pt x="19870" y="427"/>
                    <a:pt x="20395" y="93"/>
                  </a:cubicBezTo>
                  <a:cubicBezTo>
                    <a:pt x="20432" y="69"/>
                    <a:pt x="20413" y="1"/>
                    <a:pt x="20364" y="26"/>
                  </a:cubicBezTo>
                  <a:cubicBezTo>
                    <a:pt x="19870" y="236"/>
                    <a:pt x="19400" y="477"/>
                    <a:pt x="18918" y="711"/>
                  </a:cubicBezTo>
                  <a:cubicBezTo>
                    <a:pt x="18436" y="940"/>
                    <a:pt x="17948" y="1168"/>
                    <a:pt x="17454" y="1391"/>
                  </a:cubicBezTo>
                  <a:cubicBezTo>
                    <a:pt x="16447" y="1836"/>
                    <a:pt x="15428" y="2256"/>
                    <a:pt x="14402" y="2633"/>
                  </a:cubicBezTo>
                  <a:cubicBezTo>
                    <a:pt x="14118" y="2744"/>
                    <a:pt x="13834" y="2843"/>
                    <a:pt x="13556" y="2942"/>
                  </a:cubicBezTo>
                  <a:lnTo>
                    <a:pt x="13290" y="2404"/>
                  </a:lnTo>
                  <a:lnTo>
                    <a:pt x="1" y="5512"/>
                  </a:lnTo>
                  <a:lnTo>
                    <a:pt x="3115" y="6902"/>
                  </a:lnTo>
                  <a:lnTo>
                    <a:pt x="14173" y="4208"/>
                  </a:lnTo>
                  <a:lnTo>
                    <a:pt x="13963" y="3782"/>
                  </a:lnTo>
                  <a:cubicBezTo>
                    <a:pt x="14902" y="3578"/>
                    <a:pt x="15860" y="3399"/>
                    <a:pt x="16811" y="3226"/>
                  </a:cubicBezTo>
                  <a:lnTo>
                    <a:pt x="16904" y="3596"/>
                  </a:lnTo>
                  <a:cubicBezTo>
                    <a:pt x="16954" y="3794"/>
                    <a:pt x="16984" y="4017"/>
                    <a:pt x="17077" y="4183"/>
                  </a:cubicBezTo>
                  <a:cubicBezTo>
                    <a:pt x="17096" y="4227"/>
                    <a:pt x="17170" y="4208"/>
                    <a:pt x="17170" y="4165"/>
                  </a:cubicBezTo>
                  <a:cubicBezTo>
                    <a:pt x="17170" y="3961"/>
                    <a:pt x="17083" y="3751"/>
                    <a:pt x="17028" y="3566"/>
                  </a:cubicBezTo>
                  <a:cubicBezTo>
                    <a:pt x="16997" y="3454"/>
                    <a:pt x="16966" y="3331"/>
                    <a:pt x="16935" y="3213"/>
                  </a:cubicBezTo>
                  <a:cubicBezTo>
                    <a:pt x="17386" y="3133"/>
                    <a:pt x="17837" y="3059"/>
                    <a:pt x="18288" y="2991"/>
                  </a:cubicBezTo>
                  <a:lnTo>
                    <a:pt x="18331" y="3244"/>
                  </a:lnTo>
                  <a:cubicBezTo>
                    <a:pt x="18356" y="3349"/>
                    <a:pt x="18375" y="3467"/>
                    <a:pt x="18393" y="3578"/>
                  </a:cubicBezTo>
                  <a:cubicBezTo>
                    <a:pt x="18412" y="3671"/>
                    <a:pt x="18412" y="3763"/>
                    <a:pt x="18473" y="3825"/>
                  </a:cubicBezTo>
                  <a:cubicBezTo>
                    <a:pt x="18486" y="3837"/>
                    <a:pt x="18529" y="3837"/>
                    <a:pt x="18541" y="3813"/>
                  </a:cubicBezTo>
                  <a:cubicBezTo>
                    <a:pt x="18578" y="3739"/>
                    <a:pt x="18560" y="3671"/>
                    <a:pt x="18541" y="3584"/>
                  </a:cubicBezTo>
                  <a:cubicBezTo>
                    <a:pt x="18529" y="3473"/>
                    <a:pt x="18504" y="3362"/>
                    <a:pt x="18480" y="3250"/>
                  </a:cubicBezTo>
                  <a:cubicBezTo>
                    <a:pt x="18467" y="3158"/>
                    <a:pt x="18442" y="3059"/>
                    <a:pt x="18418" y="2966"/>
                  </a:cubicBezTo>
                  <a:cubicBezTo>
                    <a:pt x="18455" y="2960"/>
                    <a:pt x="18504" y="2948"/>
                    <a:pt x="18541" y="2942"/>
                  </a:cubicBezTo>
                  <a:cubicBezTo>
                    <a:pt x="19122" y="2855"/>
                    <a:pt x="19697" y="2781"/>
                    <a:pt x="20271" y="2682"/>
                  </a:cubicBezTo>
                  <a:cubicBezTo>
                    <a:pt x="20339" y="2664"/>
                    <a:pt x="20327" y="2559"/>
                    <a:pt x="20259" y="2559"/>
                  </a:cubicBezTo>
                  <a:cubicBezTo>
                    <a:pt x="19684" y="2596"/>
                    <a:pt x="19122" y="2688"/>
                    <a:pt x="18560" y="2775"/>
                  </a:cubicBezTo>
                  <a:cubicBezTo>
                    <a:pt x="18498" y="2781"/>
                    <a:pt x="18442" y="2787"/>
                    <a:pt x="18381" y="2806"/>
                  </a:cubicBezTo>
                  <a:lnTo>
                    <a:pt x="18331" y="2596"/>
                  </a:lnTo>
                  <a:cubicBezTo>
                    <a:pt x="18300" y="2472"/>
                    <a:pt x="18269" y="2348"/>
                    <a:pt x="18232" y="2225"/>
                  </a:cubicBezTo>
                  <a:cubicBezTo>
                    <a:pt x="18412" y="2188"/>
                    <a:pt x="18578" y="2145"/>
                    <a:pt x="18758" y="2108"/>
                  </a:cubicBezTo>
                  <a:cubicBezTo>
                    <a:pt x="19036" y="2052"/>
                    <a:pt x="19314" y="1990"/>
                    <a:pt x="19598" y="1947"/>
                  </a:cubicBezTo>
                  <a:cubicBezTo>
                    <a:pt x="19746" y="1916"/>
                    <a:pt x="19901" y="1891"/>
                    <a:pt x="20049" y="1867"/>
                  </a:cubicBezTo>
                  <a:cubicBezTo>
                    <a:pt x="20191" y="1848"/>
                    <a:pt x="20345" y="1830"/>
                    <a:pt x="20487" y="1774"/>
                  </a:cubicBezTo>
                  <a:cubicBezTo>
                    <a:pt x="20549" y="1737"/>
                    <a:pt x="20543" y="1669"/>
                    <a:pt x="20487" y="1669"/>
                  </a:cubicBezTo>
                  <a:close/>
                  <a:moveTo>
                    <a:pt x="17924" y="1329"/>
                  </a:moveTo>
                  <a:cubicBezTo>
                    <a:pt x="17985" y="1582"/>
                    <a:pt x="18041" y="1842"/>
                    <a:pt x="18103" y="2095"/>
                  </a:cubicBezTo>
                  <a:cubicBezTo>
                    <a:pt x="17880" y="2151"/>
                    <a:pt x="17652" y="2194"/>
                    <a:pt x="17429" y="2250"/>
                  </a:cubicBezTo>
                  <a:cubicBezTo>
                    <a:pt x="17201" y="2305"/>
                    <a:pt x="16966" y="2361"/>
                    <a:pt x="16737" y="2423"/>
                  </a:cubicBezTo>
                  <a:cubicBezTo>
                    <a:pt x="16737" y="2416"/>
                    <a:pt x="16725" y="2410"/>
                    <a:pt x="16725" y="2404"/>
                  </a:cubicBezTo>
                  <a:cubicBezTo>
                    <a:pt x="16694" y="2305"/>
                    <a:pt x="16663" y="2194"/>
                    <a:pt x="16632" y="2095"/>
                  </a:cubicBezTo>
                  <a:cubicBezTo>
                    <a:pt x="16620" y="2033"/>
                    <a:pt x="16601" y="1972"/>
                    <a:pt x="16583" y="1910"/>
                  </a:cubicBezTo>
                  <a:cubicBezTo>
                    <a:pt x="17028" y="1724"/>
                    <a:pt x="17479" y="1533"/>
                    <a:pt x="17924" y="1329"/>
                  </a:cubicBezTo>
                  <a:close/>
                  <a:moveTo>
                    <a:pt x="16521" y="1941"/>
                  </a:moveTo>
                  <a:cubicBezTo>
                    <a:pt x="16527" y="2003"/>
                    <a:pt x="16540" y="2058"/>
                    <a:pt x="16558" y="2120"/>
                  </a:cubicBezTo>
                  <a:cubicBezTo>
                    <a:pt x="16583" y="2225"/>
                    <a:pt x="16601" y="2324"/>
                    <a:pt x="16626" y="2435"/>
                  </a:cubicBezTo>
                  <a:cubicBezTo>
                    <a:pt x="16626" y="2441"/>
                    <a:pt x="16626" y="2447"/>
                    <a:pt x="16632" y="2460"/>
                  </a:cubicBezTo>
                  <a:cubicBezTo>
                    <a:pt x="16255" y="2559"/>
                    <a:pt x="15879" y="2664"/>
                    <a:pt x="15502" y="2775"/>
                  </a:cubicBezTo>
                  <a:cubicBezTo>
                    <a:pt x="15471" y="2651"/>
                    <a:pt x="15440" y="2521"/>
                    <a:pt x="15397" y="2398"/>
                  </a:cubicBezTo>
                  <a:cubicBezTo>
                    <a:pt x="15520" y="2348"/>
                    <a:pt x="15644" y="2293"/>
                    <a:pt x="15767" y="2250"/>
                  </a:cubicBezTo>
                  <a:cubicBezTo>
                    <a:pt x="16014" y="2151"/>
                    <a:pt x="16262" y="2046"/>
                    <a:pt x="16521" y="1941"/>
                  </a:cubicBezTo>
                  <a:close/>
                  <a:moveTo>
                    <a:pt x="15329" y="2416"/>
                  </a:moveTo>
                  <a:cubicBezTo>
                    <a:pt x="15353" y="2540"/>
                    <a:pt x="15384" y="2670"/>
                    <a:pt x="15409" y="2793"/>
                  </a:cubicBezTo>
                  <a:cubicBezTo>
                    <a:pt x="15075" y="2898"/>
                    <a:pt x="14742" y="3003"/>
                    <a:pt x="14421" y="3115"/>
                  </a:cubicBezTo>
                  <a:cubicBezTo>
                    <a:pt x="14192" y="3189"/>
                    <a:pt x="13976" y="3269"/>
                    <a:pt x="13753" y="3356"/>
                  </a:cubicBezTo>
                  <a:lnTo>
                    <a:pt x="13605" y="3059"/>
                  </a:lnTo>
                  <a:cubicBezTo>
                    <a:pt x="14192" y="2867"/>
                    <a:pt x="14767" y="2651"/>
                    <a:pt x="15329" y="2416"/>
                  </a:cubicBezTo>
                  <a:close/>
                  <a:moveTo>
                    <a:pt x="13809" y="3454"/>
                  </a:moveTo>
                  <a:cubicBezTo>
                    <a:pt x="14346" y="3269"/>
                    <a:pt x="14896" y="3090"/>
                    <a:pt x="15446" y="2929"/>
                  </a:cubicBezTo>
                  <a:cubicBezTo>
                    <a:pt x="15458" y="2997"/>
                    <a:pt x="15477" y="3077"/>
                    <a:pt x="15502" y="3145"/>
                  </a:cubicBezTo>
                  <a:cubicBezTo>
                    <a:pt x="15508" y="3189"/>
                    <a:pt x="15520" y="3238"/>
                    <a:pt x="15526" y="3281"/>
                  </a:cubicBezTo>
                  <a:cubicBezTo>
                    <a:pt x="15526" y="3288"/>
                    <a:pt x="15539" y="3306"/>
                    <a:pt x="15539" y="3312"/>
                  </a:cubicBezTo>
                  <a:cubicBezTo>
                    <a:pt x="14995" y="3430"/>
                    <a:pt x="14464" y="3553"/>
                    <a:pt x="13926" y="3683"/>
                  </a:cubicBezTo>
                  <a:close/>
                  <a:moveTo>
                    <a:pt x="15625" y="3306"/>
                  </a:moveTo>
                  <a:lnTo>
                    <a:pt x="15625" y="3288"/>
                  </a:lnTo>
                  <a:cubicBezTo>
                    <a:pt x="15613" y="3244"/>
                    <a:pt x="15601" y="3195"/>
                    <a:pt x="15594" y="3152"/>
                  </a:cubicBezTo>
                  <a:lnTo>
                    <a:pt x="15539" y="2911"/>
                  </a:lnTo>
                  <a:cubicBezTo>
                    <a:pt x="15916" y="2806"/>
                    <a:pt x="16293" y="2694"/>
                    <a:pt x="16676" y="2596"/>
                  </a:cubicBezTo>
                  <a:cubicBezTo>
                    <a:pt x="16706" y="2732"/>
                    <a:pt x="16744" y="2880"/>
                    <a:pt x="16774" y="3022"/>
                  </a:cubicBezTo>
                  <a:cubicBezTo>
                    <a:pt x="16781" y="3034"/>
                    <a:pt x="16781" y="3059"/>
                    <a:pt x="16787" y="3077"/>
                  </a:cubicBezTo>
                  <a:cubicBezTo>
                    <a:pt x="16385" y="3139"/>
                    <a:pt x="16008" y="3220"/>
                    <a:pt x="15625" y="3306"/>
                  </a:cubicBezTo>
                  <a:close/>
                  <a:moveTo>
                    <a:pt x="18208" y="2596"/>
                  </a:moveTo>
                  <a:cubicBezTo>
                    <a:pt x="18226" y="2676"/>
                    <a:pt x="18239" y="2744"/>
                    <a:pt x="18257" y="2818"/>
                  </a:cubicBezTo>
                  <a:cubicBezTo>
                    <a:pt x="17800" y="2892"/>
                    <a:pt x="17343" y="2966"/>
                    <a:pt x="16898" y="3053"/>
                  </a:cubicBezTo>
                  <a:cubicBezTo>
                    <a:pt x="16892" y="3028"/>
                    <a:pt x="16892" y="3016"/>
                    <a:pt x="16879" y="2991"/>
                  </a:cubicBezTo>
                  <a:cubicBezTo>
                    <a:pt x="16842" y="2849"/>
                    <a:pt x="16805" y="2713"/>
                    <a:pt x="16774" y="2571"/>
                  </a:cubicBezTo>
                  <a:cubicBezTo>
                    <a:pt x="17232" y="2460"/>
                    <a:pt x="17683" y="2342"/>
                    <a:pt x="18140" y="2243"/>
                  </a:cubicBezTo>
                  <a:cubicBezTo>
                    <a:pt x="18158" y="2355"/>
                    <a:pt x="18189" y="2472"/>
                    <a:pt x="18208" y="259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39"/>
            <p:cNvSpPr/>
            <p:nvPr/>
          </p:nvSpPr>
          <p:spPr>
            <a:xfrm>
              <a:off x="6475720" y="2409539"/>
              <a:ext cx="175573" cy="846576"/>
            </a:xfrm>
            <a:custGeom>
              <a:avLst/>
              <a:gdLst/>
              <a:ahLst/>
              <a:cxnLst/>
              <a:rect l="l" t="t" r="r" b="b"/>
              <a:pathLst>
                <a:path w="5926" h="28574" extrusionOk="0">
                  <a:moveTo>
                    <a:pt x="1" y="28216"/>
                  </a:moveTo>
                  <a:lnTo>
                    <a:pt x="1" y="0"/>
                  </a:lnTo>
                  <a:lnTo>
                    <a:pt x="909" y="414"/>
                  </a:lnTo>
                  <a:lnTo>
                    <a:pt x="1700" y="742"/>
                  </a:lnTo>
                  <a:lnTo>
                    <a:pt x="2441" y="1712"/>
                  </a:lnTo>
                  <a:lnTo>
                    <a:pt x="2491" y="2601"/>
                  </a:lnTo>
                  <a:lnTo>
                    <a:pt x="5648" y="3621"/>
                  </a:lnTo>
                  <a:lnTo>
                    <a:pt x="5648" y="1205"/>
                  </a:lnTo>
                  <a:lnTo>
                    <a:pt x="5926" y="1205"/>
                  </a:lnTo>
                  <a:lnTo>
                    <a:pt x="5926" y="28574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9"/>
            <p:cNvSpPr/>
            <p:nvPr/>
          </p:nvSpPr>
          <p:spPr>
            <a:xfrm>
              <a:off x="6498414" y="3079091"/>
              <a:ext cx="163129" cy="99252"/>
            </a:xfrm>
            <a:custGeom>
              <a:avLst/>
              <a:gdLst/>
              <a:ahLst/>
              <a:cxnLst/>
              <a:rect l="l" t="t" r="r" b="b"/>
              <a:pathLst>
                <a:path w="5506" h="3350" extrusionOk="0">
                  <a:moveTo>
                    <a:pt x="1" y="2688"/>
                  </a:moveTo>
                  <a:lnTo>
                    <a:pt x="1422" y="1879"/>
                  </a:lnTo>
                  <a:lnTo>
                    <a:pt x="2120" y="1669"/>
                  </a:lnTo>
                  <a:lnTo>
                    <a:pt x="2491" y="977"/>
                  </a:lnTo>
                  <a:lnTo>
                    <a:pt x="3090" y="538"/>
                  </a:lnTo>
                  <a:lnTo>
                    <a:pt x="5506" y="1"/>
                  </a:lnTo>
                  <a:lnTo>
                    <a:pt x="3158" y="674"/>
                  </a:lnTo>
                  <a:lnTo>
                    <a:pt x="2602" y="1020"/>
                  </a:lnTo>
                  <a:lnTo>
                    <a:pt x="2373" y="1718"/>
                  </a:lnTo>
                  <a:lnTo>
                    <a:pt x="2583" y="2039"/>
                  </a:lnTo>
                  <a:lnTo>
                    <a:pt x="2973" y="2200"/>
                  </a:lnTo>
                  <a:lnTo>
                    <a:pt x="3158" y="3349"/>
                  </a:lnTo>
                  <a:lnTo>
                    <a:pt x="2769" y="2249"/>
                  </a:lnTo>
                  <a:lnTo>
                    <a:pt x="2441" y="2089"/>
                  </a:lnTo>
                  <a:lnTo>
                    <a:pt x="2120" y="1879"/>
                  </a:lnTo>
                  <a:lnTo>
                    <a:pt x="1422" y="2039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9"/>
            <p:cNvSpPr/>
            <p:nvPr/>
          </p:nvSpPr>
          <p:spPr>
            <a:xfrm>
              <a:off x="6506118" y="2573350"/>
              <a:ext cx="39375" cy="35731"/>
            </a:xfrm>
            <a:custGeom>
              <a:avLst/>
              <a:gdLst/>
              <a:ahLst/>
              <a:cxnLst/>
              <a:rect l="l" t="t" r="r" b="b"/>
              <a:pathLst>
                <a:path w="1329" h="1206" extrusionOk="0">
                  <a:moveTo>
                    <a:pt x="0" y="1"/>
                  </a:moveTo>
                  <a:lnTo>
                    <a:pt x="1329" y="1"/>
                  </a:lnTo>
                  <a:lnTo>
                    <a:pt x="1329" y="1205"/>
                  </a:lnTo>
                  <a:lnTo>
                    <a:pt x="0" y="120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9"/>
            <p:cNvSpPr/>
            <p:nvPr/>
          </p:nvSpPr>
          <p:spPr>
            <a:xfrm>
              <a:off x="6566884" y="2573350"/>
              <a:ext cx="39375" cy="35731"/>
            </a:xfrm>
            <a:custGeom>
              <a:avLst/>
              <a:gdLst/>
              <a:ahLst/>
              <a:cxnLst/>
              <a:rect l="l" t="t" r="r" b="b"/>
              <a:pathLst>
                <a:path w="1329" h="1206" extrusionOk="0">
                  <a:moveTo>
                    <a:pt x="1" y="1"/>
                  </a:moveTo>
                  <a:lnTo>
                    <a:pt x="1329" y="1"/>
                  </a:lnTo>
                  <a:lnTo>
                    <a:pt x="1329" y="1205"/>
                  </a:lnTo>
                  <a:lnTo>
                    <a:pt x="1" y="120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9"/>
            <p:cNvSpPr/>
            <p:nvPr/>
          </p:nvSpPr>
          <p:spPr>
            <a:xfrm>
              <a:off x="6506118" y="2870069"/>
              <a:ext cx="39375" cy="35701"/>
            </a:xfrm>
            <a:custGeom>
              <a:avLst/>
              <a:gdLst/>
              <a:ahLst/>
              <a:cxnLst/>
              <a:rect l="l" t="t" r="r" b="b"/>
              <a:pathLst>
                <a:path w="1329" h="1205" extrusionOk="0">
                  <a:moveTo>
                    <a:pt x="0" y="0"/>
                  </a:moveTo>
                  <a:lnTo>
                    <a:pt x="1329" y="0"/>
                  </a:lnTo>
                  <a:lnTo>
                    <a:pt x="1329" y="1205"/>
                  </a:lnTo>
                  <a:lnTo>
                    <a:pt x="0" y="120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9"/>
            <p:cNvSpPr/>
            <p:nvPr/>
          </p:nvSpPr>
          <p:spPr>
            <a:xfrm>
              <a:off x="6566884" y="2870069"/>
              <a:ext cx="39375" cy="35701"/>
            </a:xfrm>
            <a:custGeom>
              <a:avLst/>
              <a:gdLst/>
              <a:ahLst/>
              <a:cxnLst/>
              <a:rect l="l" t="t" r="r" b="b"/>
              <a:pathLst>
                <a:path w="1329" h="1205" extrusionOk="0">
                  <a:moveTo>
                    <a:pt x="1" y="0"/>
                  </a:moveTo>
                  <a:lnTo>
                    <a:pt x="1329" y="0"/>
                  </a:lnTo>
                  <a:lnTo>
                    <a:pt x="1329" y="1205"/>
                  </a:lnTo>
                  <a:lnTo>
                    <a:pt x="1" y="120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9"/>
            <p:cNvSpPr/>
            <p:nvPr/>
          </p:nvSpPr>
          <p:spPr>
            <a:xfrm>
              <a:off x="6538500" y="3004044"/>
              <a:ext cx="39405" cy="35731"/>
            </a:xfrm>
            <a:custGeom>
              <a:avLst/>
              <a:gdLst/>
              <a:ahLst/>
              <a:cxnLst/>
              <a:rect l="l" t="t" r="r" b="b"/>
              <a:pathLst>
                <a:path w="1330" h="1206" extrusionOk="0">
                  <a:moveTo>
                    <a:pt x="1" y="1"/>
                  </a:moveTo>
                  <a:lnTo>
                    <a:pt x="1329" y="1"/>
                  </a:lnTo>
                  <a:lnTo>
                    <a:pt x="1329" y="1205"/>
                  </a:lnTo>
                  <a:lnTo>
                    <a:pt x="1" y="120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9"/>
            <p:cNvSpPr/>
            <p:nvPr/>
          </p:nvSpPr>
          <p:spPr>
            <a:xfrm>
              <a:off x="6506118" y="2657195"/>
              <a:ext cx="39375" cy="147367"/>
            </a:xfrm>
            <a:custGeom>
              <a:avLst/>
              <a:gdLst/>
              <a:ahLst/>
              <a:cxnLst/>
              <a:rect l="l" t="t" r="r" b="b"/>
              <a:pathLst>
                <a:path w="1329" h="4974" extrusionOk="0">
                  <a:moveTo>
                    <a:pt x="0" y="0"/>
                  </a:moveTo>
                  <a:lnTo>
                    <a:pt x="1329" y="0"/>
                  </a:lnTo>
                  <a:lnTo>
                    <a:pt x="1329" y="4973"/>
                  </a:lnTo>
                  <a:lnTo>
                    <a:pt x="0" y="4973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9"/>
            <p:cNvSpPr/>
            <p:nvPr/>
          </p:nvSpPr>
          <p:spPr>
            <a:xfrm>
              <a:off x="6569639" y="2657195"/>
              <a:ext cx="39375" cy="147367"/>
            </a:xfrm>
            <a:custGeom>
              <a:avLst/>
              <a:gdLst/>
              <a:ahLst/>
              <a:cxnLst/>
              <a:rect l="l" t="t" r="r" b="b"/>
              <a:pathLst>
                <a:path w="1329" h="4974" extrusionOk="0">
                  <a:moveTo>
                    <a:pt x="0" y="0"/>
                  </a:moveTo>
                  <a:lnTo>
                    <a:pt x="1329" y="0"/>
                  </a:lnTo>
                  <a:lnTo>
                    <a:pt x="1329" y="4973"/>
                  </a:lnTo>
                  <a:lnTo>
                    <a:pt x="0" y="4973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9"/>
            <p:cNvSpPr/>
            <p:nvPr/>
          </p:nvSpPr>
          <p:spPr>
            <a:xfrm>
              <a:off x="6494948" y="2799585"/>
              <a:ext cx="53122" cy="49626"/>
            </a:xfrm>
            <a:custGeom>
              <a:avLst/>
              <a:gdLst/>
              <a:ahLst/>
              <a:cxnLst/>
              <a:rect l="l" t="t" r="r" b="b"/>
              <a:pathLst>
                <a:path w="1793" h="1675" extrusionOk="0">
                  <a:moveTo>
                    <a:pt x="1" y="1"/>
                  </a:moveTo>
                  <a:lnTo>
                    <a:pt x="211" y="439"/>
                  </a:lnTo>
                  <a:lnTo>
                    <a:pt x="798" y="612"/>
                  </a:lnTo>
                  <a:lnTo>
                    <a:pt x="1193" y="983"/>
                  </a:lnTo>
                  <a:lnTo>
                    <a:pt x="1792" y="1675"/>
                  </a:lnTo>
                  <a:lnTo>
                    <a:pt x="1286" y="841"/>
                  </a:lnTo>
                  <a:lnTo>
                    <a:pt x="865" y="489"/>
                  </a:lnTo>
                  <a:lnTo>
                    <a:pt x="396" y="34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9"/>
            <p:cNvSpPr/>
            <p:nvPr/>
          </p:nvSpPr>
          <p:spPr>
            <a:xfrm>
              <a:off x="6331849" y="3118259"/>
              <a:ext cx="282113" cy="127813"/>
            </a:xfrm>
            <a:custGeom>
              <a:avLst/>
              <a:gdLst/>
              <a:ahLst/>
              <a:cxnLst/>
              <a:rect l="l" t="t" r="r" b="b"/>
              <a:pathLst>
                <a:path w="9522" h="4314" extrusionOk="0">
                  <a:moveTo>
                    <a:pt x="1" y="2602"/>
                  </a:moveTo>
                  <a:cubicBezTo>
                    <a:pt x="143" y="2441"/>
                    <a:pt x="2398" y="303"/>
                    <a:pt x="2398" y="303"/>
                  </a:cubicBezTo>
                  <a:lnTo>
                    <a:pt x="5438" y="1"/>
                  </a:lnTo>
                  <a:lnTo>
                    <a:pt x="6321" y="439"/>
                  </a:lnTo>
                  <a:lnTo>
                    <a:pt x="6760" y="1483"/>
                  </a:lnTo>
                  <a:lnTo>
                    <a:pt x="8576" y="1601"/>
                  </a:lnTo>
                  <a:lnTo>
                    <a:pt x="9521" y="2064"/>
                  </a:lnTo>
                  <a:lnTo>
                    <a:pt x="9324" y="3275"/>
                  </a:lnTo>
                  <a:cubicBezTo>
                    <a:pt x="9324" y="3275"/>
                    <a:pt x="5067" y="4264"/>
                    <a:pt x="4851" y="4288"/>
                  </a:cubicBezTo>
                  <a:cubicBezTo>
                    <a:pt x="4641" y="4313"/>
                    <a:pt x="1206" y="4288"/>
                    <a:pt x="1113" y="4239"/>
                  </a:cubicBezTo>
                  <a:cubicBezTo>
                    <a:pt x="1026" y="4202"/>
                    <a:pt x="1" y="2602"/>
                    <a:pt x="1" y="26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9"/>
            <p:cNvSpPr/>
            <p:nvPr/>
          </p:nvSpPr>
          <p:spPr>
            <a:xfrm>
              <a:off x="6332589" y="3130169"/>
              <a:ext cx="280987" cy="116258"/>
            </a:xfrm>
            <a:custGeom>
              <a:avLst/>
              <a:gdLst/>
              <a:ahLst/>
              <a:cxnLst/>
              <a:rect l="l" t="t" r="r" b="b"/>
              <a:pathLst>
                <a:path w="9484" h="3924" extrusionOk="0">
                  <a:moveTo>
                    <a:pt x="9484" y="1786"/>
                  </a:moveTo>
                  <a:cubicBezTo>
                    <a:pt x="9206" y="1644"/>
                    <a:pt x="8409" y="1520"/>
                    <a:pt x="8088" y="1508"/>
                  </a:cubicBezTo>
                  <a:cubicBezTo>
                    <a:pt x="7717" y="1483"/>
                    <a:pt x="6834" y="1532"/>
                    <a:pt x="6766" y="1458"/>
                  </a:cubicBezTo>
                  <a:cubicBezTo>
                    <a:pt x="6698" y="1390"/>
                    <a:pt x="6327" y="717"/>
                    <a:pt x="6253" y="556"/>
                  </a:cubicBezTo>
                  <a:cubicBezTo>
                    <a:pt x="6185" y="396"/>
                    <a:pt x="5932" y="254"/>
                    <a:pt x="5771" y="186"/>
                  </a:cubicBezTo>
                  <a:cubicBezTo>
                    <a:pt x="5604" y="118"/>
                    <a:pt x="4585" y="0"/>
                    <a:pt x="4585" y="0"/>
                  </a:cubicBezTo>
                  <a:lnTo>
                    <a:pt x="4560" y="791"/>
                  </a:lnTo>
                  <a:cubicBezTo>
                    <a:pt x="4560" y="791"/>
                    <a:pt x="4424" y="93"/>
                    <a:pt x="4331" y="93"/>
                  </a:cubicBezTo>
                  <a:cubicBezTo>
                    <a:pt x="4239" y="93"/>
                    <a:pt x="3287" y="118"/>
                    <a:pt x="3077" y="118"/>
                  </a:cubicBezTo>
                  <a:cubicBezTo>
                    <a:pt x="2873" y="118"/>
                    <a:pt x="2595" y="254"/>
                    <a:pt x="2361" y="420"/>
                  </a:cubicBezTo>
                  <a:cubicBezTo>
                    <a:pt x="2262" y="488"/>
                    <a:pt x="1866" y="649"/>
                    <a:pt x="1428" y="822"/>
                  </a:cubicBezTo>
                  <a:cubicBezTo>
                    <a:pt x="791" y="1421"/>
                    <a:pt x="75" y="2119"/>
                    <a:pt x="1" y="2200"/>
                  </a:cubicBezTo>
                  <a:cubicBezTo>
                    <a:pt x="1" y="2200"/>
                    <a:pt x="1020" y="3806"/>
                    <a:pt x="1113" y="3855"/>
                  </a:cubicBezTo>
                  <a:cubicBezTo>
                    <a:pt x="1205" y="3899"/>
                    <a:pt x="4640" y="3923"/>
                    <a:pt x="4850" y="3899"/>
                  </a:cubicBezTo>
                  <a:cubicBezTo>
                    <a:pt x="5054" y="3880"/>
                    <a:pt x="9323" y="2892"/>
                    <a:pt x="9323" y="2892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9"/>
            <p:cNvSpPr/>
            <p:nvPr/>
          </p:nvSpPr>
          <p:spPr>
            <a:xfrm>
              <a:off x="6322694" y="3160537"/>
              <a:ext cx="287239" cy="219332"/>
            </a:xfrm>
            <a:custGeom>
              <a:avLst/>
              <a:gdLst/>
              <a:ahLst/>
              <a:cxnLst/>
              <a:rect l="l" t="t" r="r" b="b"/>
              <a:pathLst>
                <a:path w="9695" h="7403" extrusionOk="0">
                  <a:moveTo>
                    <a:pt x="9639" y="1854"/>
                  </a:moveTo>
                  <a:cubicBezTo>
                    <a:pt x="9546" y="1823"/>
                    <a:pt x="8088" y="1545"/>
                    <a:pt x="8088" y="1545"/>
                  </a:cubicBezTo>
                  <a:lnTo>
                    <a:pt x="6198" y="1545"/>
                  </a:lnTo>
                  <a:lnTo>
                    <a:pt x="5178" y="1391"/>
                  </a:lnTo>
                  <a:lnTo>
                    <a:pt x="5518" y="1"/>
                  </a:lnTo>
                  <a:lnTo>
                    <a:pt x="4313" y="897"/>
                  </a:lnTo>
                  <a:lnTo>
                    <a:pt x="3417" y="928"/>
                  </a:lnTo>
                  <a:lnTo>
                    <a:pt x="1675" y="2009"/>
                  </a:lnTo>
                  <a:lnTo>
                    <a:pt x="1" y="557"/>
                  </a:lnTo>
                  <a:lnTo>
                    <a:pt x="1" y="7402"/>
                  </a:lnTo>
                  <a:lnTo>
                    <a:pt x="9694" y="740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9"/>
            <p:cNvSpPr/>
            <p:nvPr/>
          </p:nvSpPr>
          <p:spPr>
            <a:xfrm>
              <a:off x="6322694" y="3248945"/>
              <a:ext cx="287416" cy="130924"/>
            </a:xfrm>
            <a:custGeom>
              <a:avLst/>
              <a:gdLst/>
              <a:ahLst/>
              <a:cxnLst/>
              <a:rect l="l" t="t" r="r" b="b"/>
              <a:pathLst>
                <a:path w="9701" h="4419" extrusionOk="0">
                  <a:moveTo>
                    <a:pt x="8094" y="149"/>
                  </a:moveTo>
                  <a:lnTo>
                    <a:pt x="6346" y="1"/>
                  </a:lnTo>
                  <a:lnTo>
                    <a:pt x="5561" y="1817"/>
                  </a:lnTo>
                  <a:lnTo>
                    <a:pt x="4981" y="588"/>
                  </a:lnTo>
                  <a:lnTo>
                    <a:pt x="4332" y="69"/>
                  </a:lnTo>
                  <a:lnTo>
                    <a:pt x="2590" y="588"/>
                  </a:lnTo>
                  <a:lnTo>
                    <a:pt x="1082" y="470"/>
                  </a:lnTo>
                  <a:lnTo>
                    <a:pt x="1" y="711"/>
                  </a:lnTo>
                  <a:lnTo>
                    <a:pt x="1" y="4418"/>
                  </a:lnTo>
                  <a:lnTo>
                    <a:pt x="9701" y="4418"/>
                  </a:lnTo>
                  <a:lnTo>
                    <a:pt x="9657" y="507"/>
                  </a:lnTo>
                  <a:lnTo>
                    <a:pt x="9534" y="40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39"/>
            <p:cNvSpPr/>
            <p:nvPr/>
          </p:nvSpPr>
          <p:spPr>
            <a:xfrm>
              <a:off x="6557551" y="3206311"/>
              <a:ext cx="28946" cy="39197"/>
            </a:xfrm>
            <a:custGeom>
              <a:avLst/>
              <a:gdLst/>
              <a:ahLst/>
              <a:cxnLst/>
              <a:rect l="l" t="t" r="r" b="b"/>
              <a:pathLst>
                <a:path w="977" h="1323" extrusionOk="0">
                  <a:moveTo>
                    <a:pt x="192" y="631"/>
                  </a:moveTo>
                  <a:lnTo>
                    <a:pt x="631" y="1112"/>
                  </a:lnTo>
                  <a:lnTo>
                    <a:pt x="977" y="1323"/>
                  </a:lnTo>
                  <a:lnTo>
                    <a:pt x="328" y="488"/>
                  </a:lnTo>
                  <a:lnTo>
                    <a:pt x="173" y="0"/>
                  </a:lnTo>
                  <a:lnTo>
                    <a:pt x="1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39"/>
            <p:cNvSpPr/>
            <p:nvPr/>
          </p:nvSpPr>
          <p:spPr>
            <a:xfrm>
              <a:off x="6350721" y="3216000"/>
              <a:ext cx="248219" cy="97060"/>
            </a:xfrm>
            <a:custGeom>
              <a:avLst/>
              <a:gdLst/>
              <a:ahLst/>
              <a:cxnLst/>
              <a:rect l="l" t="t" r="r" b="b"/>
              <a:pathLst>
                <a:path w="8378" h="3276" extrusionOk="0">
                  <a:moveTo>
                    <a:pt x="0" y="2163"/>
                  </a:moveTo>
                  <a:lnTo>
                    <a:pt x="1020" y="2163"/>
                  </a:lnTo>
                  <a:lnTo>
                    <a:pt x="1501" y="2299"/>
                  </a:lnTo>
                  <a:lnTo>
                    <a:pt x="1551" y="1280"/>
                  </a:lnTo>
                  <a:lnTo>
                    <a:pt x="4177" y="1490"/>
                  </a:lnTo>
                  <a:lnTo>
                    <a:pt x="4665" y="1817"/>
                  </a:lnTo>
                  <a:lnTo>
                    <a:pt x="5035" y="2114"/>
                  </a:lnTo>
                  <a:lnTo>
                    <a:pt x="6432" y="2188"/>
                  </a:lnTo>
                  <a:lnTo>
                    <a:pt x="7544" y="3090"/>
                  </a:lnTo>
                  <a:lnTo>
                    <a:pt x="8378" y="3275"/>
                  </a:lnTo>
                  <a:lnTo>
                    <a:pt x="7544" y="2855"/>
                  </a:lnTo>
                  <a:lnTo>
                    <a:pt x="6432" y="2046"/>
                  </a:lnTo>
                  <a:lnTo>
                    <a:pt x="5054" y="1928"/>
                  </a:lnTo>
                  <a:lnTo>
                    <a:pt x="4152" y="1329"/>
                  </a:lnTo>
                  <a:lnTo>
                    <a:pt x="3899" y="693"/>
                  </a:lnTo>
                  <a:lnTo>
                    <a:pt x="3689" y="1"/>
                  </a:lnTo>
                  <a:lnTo>
                    <a:pt x="3738" y="785"/>
                  </a:lnTo>
                  <a:lnTo>
                    <a:pt x="3899" y="1181"/>
                  </a:lnTo>
                  <a:lnTo>
                    <a:pt x="1434" y="1113"/>
                  </a:lnTo>
                  <a:lnTo>
                    <a:pt x="1341" y="1953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9"/>
            <p:cNvSpPr/>
            <p:nvPr/>
          </p:nvSpPr>
          <p:spPr>
            <a:xfrm>
              <a:off x="6849500" y="2734434"/>
              <a:ext cx="130894" cy="689343"/>
            </a:xfrm>
            <a:custGeom>
              <a:avLst/>
              <a:gdLst/>
              <a:ahLst/>
              <a:cxnLst/>
              <a:rect l="l" t="t" r="r" b="b"/>
              <a:pathLst>
                <a:path w="4418" h="23267" extrusionOk="0">
                  <a:moveTo>
                    <a:pt x="1533" y="0"/>
                  </a:moveTo>
                  <a:lnTo>
                    <a:pt x="1953" y="6086"/>
                  </a:lnTo>
                  <a:lnTo>
                    <a:pt x="1860" y="7476"/>
                  </a:lnTo>
                  <a:lnTo>
                    <a:pt x="1903" y="8217"/>
                  </a:lnTo>
                  <a:lnTo>
                    <a:pt x="3015" y="8779"/>
                  </a:lnTo>
                  <a:lnTo>
                    <a:pt x="2645" y="9935"/>
                  </a:lnTo>
                  <a:lnTo>
                    <a:pt x="2231" y="10583"/>
                  </a:lnTo>
                  <a:lnTo>
                    <a:pt x="3862" y="10954"/>
                  </a:lnTo>
                  <a:lnTo>
                    <a:pt x="3955" y="11936"/>
                  </a:lnTo>
                  <a:lnTo>
                    <a:pt x="4418" y="12122"/>
                  </a:lnTo>
                  <a:lnTo>
                    <a:pt x="4418" y="23267"/>
                  </a:lnTo>
                  <a:lnTo>
                    <a:pt x="1304" y="23267"/>
                  </a:lnTo>
                  <a:lnTo>
                    <a:pt x="1" y="627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9"/>
            <p:cNvSpPr/>
            <p:nvPr/>
          </p:nvSpPr>
          <p:spPr>
            <a:xfrm>
              <a:off x="6899837" y="3098319"/>
              <a:ext cx="28768" cy="78928"/>
            </a:xfrm>
            <a:custGeom>
              <a:avLst/>
              <a:gdLst/>
              <a:ahLst/>
              <a:cxnLst/>
              <a:rect l="l" t="t" r="r" b="b"/>
              <a:pathLst>
                <a:path w="971" h="2664" extrusionOk="0">
                  <a:moveTo>
                    <a:pt x="1" y="0"/>
                  </a:moveTo>
                  <a:cubicBezTo>
                    <a:pt x="87" y="0"/>
                    <a:pt x="390" y="371"/>
                    <a:pt x="390" y="371"/>
                  </a:cubicBezTo>
                  <a:lnTo>
                    <a:pt x="371" y="909"/>
                  </a:lnTo>
                  <a:lnTo>
                    <a:pt x="204" y="1668"/>
                  </a:lnTo>
                  <a:lnTo>
                    <a:pt x="532" y="2663"/>
                  </a:lnTo>
                  <a:lnTo>
                    <a:pt x="390" y="1668"/>
                  </a:lnTo>
                  <a:lnTo>
                    <a:pt x="550" y="1088"/>
                  </a:lnTo>
                  <a:lnTo>
                    <a:pt x="970" y="1088"/>
                  </a:lnTo>
                  <a:lnTo>
                    <a:pt x="550" y="909"/>
                  </a:lnTo>
                  <a:lnTo>
                    <a:pt x="464" y="161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9"/>
            <p:cNvSpPr/>
            <p:nvPr/>
          </p:nvSpPr>
          <p:spPr>
            <a:xfrm>
              <a:off x="6590852" y="2603362"/>
              <a:ext cx="304067" cy="822430"/>
            </a:xfrm>
            <a:custGeom>
              <a:avLst/>
              <a:gdLst/>
              <a:ahLst/>
              <a:cxnLst/>
              <a:rect l="l" t="t" r="r" b="b"/>
              <a:pathLst>
                <a:path w="10263" h="27759" extrusionOk="0">
                  <a:moveTo>
                    <a:pt x="347" y="27759"/>
                  </a:moveTo>
                  <a:lnTo>
                    <a:pt x="347" y="15934"/>
                  </a:lnTo>
                  <a:lnTo>
                    <a:pt x="606" y="15057"/>
                  </a:lnTo>
                  <a:lnTo>
                    <a:pt x="1255" y="14871"/>
                  </a:lnTo>
                  <a:lnTo>
                    <a:pt x="2182" y="14729"/>
                  </a:lnTo>
                  <a:lnTo>
                    <a:pt x="1440" y="14173"/>
                  </a:lnTo>
                  <a:lnTo>
                    <a:pt x="1162" y="13525"/>
                  </a:lnTo>
                  <a:lnTo>
                    <a:pt x="606" y="13203"/>
                  </a:lnTo>
                  <a:lnTo>
                    <a:pt x="1" y="12876"/>
                  </a:lnTo>
                  <a:lnTo>
                    <a:pt x="1" y="11344"/>
                  </a:lnTo>
                  <a:lnTo>
                    <a:pt x="1" y="1"/>
                  </a:lnTo>
                  <a:lnTo>
                    <a:pt x="4838" y="2701"/>
                  </a:lnTo>
                  <a:lnTo>
                    <a:pt x="4326" y="4375"/>
                  </a:lnTo>
                  <a:cubicBezTo>
                    <a:pt x="4326" y="4375"/>
                    <a:pt x="7297" y="3498"/>
                    <a:pt x="7532" y="3448"/>
                  </a:cubicBezTo>
                  <a:cubicBezTo>
                    <a:pt x="7761" y="3399"/>
                    <a:pt x="8317" y="3862"/>
                    <a:pt x="8317" y="3862"/>
                  </a:cubicBezTo>
                  <a:lnTo>
                    <a:pt x="9200" y="4325"/>
                  </a:lnTo>
                  <a:lnTo>
                    <a:pt x="10263" y="4418"/>
                  </a:lnTo>
                  <a:lnTo>
                    <a:pt x="10263" y="10646"/>
                  </a:lnTo>
                  <a:lnTo>
                    <a:pt x="9663" y="10967"/>
                  </a:lnTo>
                  <a:cubicBezTo>
                    <a:pt x="9663" y="10967"/>
                    <a:pt x="9892" y="11016"/>
                    <a:pt x="9985" y="11152"/>
                  </a:cubicBezTo>
                  <a:cubicBezTo>
                    <a:pt x="10077" y="11294"/>
                    <a:pt x="10034" y="11572"/>
                    <a:pt x="10034" y="11572"/>
                  </a:cubicBezTo>
                  <a:cubicBezTo>
                    <a:pt x="10219" y="11894"/>
                    <a:pt x="10034" y="27691"/>
                    <a:pt x="10034" y="276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9"/>
            <p:cNvSpPr/>
            <p:nvPr/>
          </p:nvSpPr>
          <p:spPr>
            <a:xfrm>
              <a:off x="6590497" y="2603540"/>
              <a:ext cx="230295" cy="381128"/>
            </a:xfrm>
            <a:custGeom>
              <a:avLst/>
              <a:gdLst/>
              <a:ahLst/>
              <a:cxnLst/>
              <a:rect l="l" t="t" r="r" b="b"/>
              <a:pathLst>
                <a:path w="7773" h="12864" extrusionOk="0">
                  <a:moveTo>
                    <a:pt x="1588" y="8687"/>
                  </a:moveTo>
                  <a:lnTo>
                    <a:pt x="1866" y="5067"/>
                  </a:lnTo>
                  <a:lnTo>
                    <a:pt x="1959" y="3294"/>
                  </a:lnTo>
                  <a:lnTo>
                    <a:pt x="2564" y="4363"/>
                  </a:lnTo>
                  <a:lnTo>
                    <a:pt x="3028" y="3479"/>
                  </a:lnTo>
                  <a:lnTo>
                    <a:pt x="3349" y="3621"/>
                  </a:lnTo>
                  <a:lnTo>
                    <a:pt x="4134" y="5759"/>
                  </a:lnTo>
                  <a:lnTo>
                    <a:pt x="6555" y="4326"/>
                  </a:lnTo>
                  <a:lnTo>
                    <a:pt x="7773" y="3498"/>
                  </a:lnTo>
                  <a:cubicBezTo>
                    <a:pt x="7680" y="3448"/>
                    <a:pt x="7593" y="3430"/>
                    <a:pt x="7525" y="3442"/>
                  </a:cubicBezTo>
                  <a:cubicBezTo>
                    <a:pt x="7297" y="3492"/>
                    <a:pt x="4325" y="4369"/>
                    <a:pt x="4325" y="4369"/>
                  </a:cubicBezTo>
                  <a:lnTo>
                    <a:pt x="4832" y="2695"/>
                  </a:lnTo>
                  <a:lnTo>
                    <a:pt x="1" y="1"/>
                  </a:lnTo>
                  <a:lnTo>
                    <a:pt x="1" y="12864"/>
                  </a:lnTo>
                  <a:lnTo>
                    <a:pt x="1545" y="1101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9"/>
            <p:cNvSpPr/>
            <p:nvPr/>
          </p:nvSpPr>
          <p:spPr>
            <a:xfrm>
              <a:off x="6704177" y="3355486"/>
              <a:ext cx="47256" cy="65181"/>
            </a:xfrm>
            <a:custGeom>
              <a:avLst/>
              <a:gdLst/>
              <a:ahLst/>
              <a:cxnLst/>
              <a:rect l="l" t="t" r="r" b="b"/>
              <a:pathLst>
                <a:path w="1595" h="2200" extrusionOk="0">
                  <a:moveTo>
                    <a:pt x="0" y="1"/>
                  </a:moveTo>
                  <a:lnTo>
                    <a:pt x="1594" y="1"/>
                  </a:lnTo>
                  <a:lnTo>
                    <a:pt x="1594" y="2200"/>
                  </a:lnTo>
                  <a:lnTo>
                    <a:pt x="0" y="220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9"/>
            <p:cNvSpPr/>
            <p:nvPr/>
          </p:nvSpPr>
          <p:spPr>
            <a:xfrm>
              <a:off x="6621072" y="3265241"/>
              <a:ext cx="81298" cy="159840"/>
            </a:xfrm>
            <a:custGeom>
              <a:avLst/>
              <a:gdLst/>
              <a:ahLst/>
              <a:cxnLst/>
              <a:rect l="l" t="t" r="r" b="b"/>
              <a:pathLst>
                <a:path w="2744" h="5395" extrusionOk="0">
                  <a:moveTo>
                    <a:pt x="2132" y="3312"/>
                  </a:moveTo>
                  <a:lnTo>
                    <a:pt x="1390" y="2379"/>
                  </a:lnTo>
                  <a:lnTo>
                    <a:pt x="1545" y="1323"/>
                  </a:lnTo>
                  <a:lnTo>
                    <a:pt x="1143" y="835"/>
                  </a:lnTo>
                  <a:lnTo>
                    <a:pt x="1143" y="217"/>
                  </a:lnTo>
                  <a:lnTo>
                    <a:pt x="0" y="1"/>
                  </a:lnTo>
                  <a:lnTo>
                    <a:pt x="896" y="371"/>
                  </a:lnTo>
                  <a:lnTo>
                    <a:pt x="865" y="773"/>
                  </a:lnTo>
                  <a:lnTo>
                    <a:pt x="1236" y="1267"/>
                  </a:lnTo>
                  <a:lnTo>
                    <a:pt x="1051" y="2472"/>
                  </a:lnTo>
                  <a:lnTo>
                    <a:pt x="1915" y="3312"/>
                  </a:lnTo>
                  <a:lnTo>
                    <a:pt x="2737" y="5394"/>
                  </a:lnTo>
                  <a:lnTo>
                    <a:pt x="2743" y="5394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9"/>
            <p:cNvSpPr/>
            <p:nvPr/>
          </p:nvSpPr>
          <p:spPr>
            <a:xfrm>
              <a:off x="6717717" y="2926243"/>
              <a:ext cx="165677" cy="29687"/>
            </a:xfrm>
            <a:custGeom>
              <a:avLst/>
              <a:gdLst/>
              <a:ahLst/>
              <a:cxnLst/>
              <a:rect l="l" t="t" r="r" b="b"/>
              <a:pathLst>
                <a:path w="5592" h="1002" extrusionOk="0">
                  <a:moveTo>
                    <a:pt x="3287" y="674"/>
                  </a:moveTo>
                  <a:lnTo>
                    <a:pt x="2478" y="699"/>
                  </a:lnTo>
                  <a:lnTo>
                    <a:pt x="2200" y="1"/>
                  </a:lnTo>
                  <a:lnTo>
                    <a:pt x="2132" y="396"/>
                  </a:lnTo>
                  <a:lnTo>
                    <a:pt x="1712" y="446"/>
                  </a:lnTo>
                  <a:lnTo>
                    <a:pt x="575" y="742"/>
                  </a:lnTo>
                  <a:lnTo>
                    <a:pt x="0" y="1002"/>
                  </a:lnTo>
                  <a:lnTo>
                    <a:pt x="1063" y="742"/>
                  </a:lnTo>
                  <a:lnTo>
                    <a:pt x="2150" y="514"/>
                  </a:lnTo>
                  <a:lnTo>
                    <a:pt x="2360" y="860"/>
                  </a:lnTo>
                  <a:lnTo>
                    <a:pt x="2941" y="909"/>
                  </a:lnTo>
                  <a:lnTo>
                    <a:pt x="3707" y="860"/>
                  </a:lnTo>
                  <a:lnTo>
                    <a:pt x="5591" y="155"/>
                  </a:lnTo>
                  <a:cubicBezTo>
                    <a:pt x="5486" y="94"/>
                    <a:pt x="5381" y="75"/>
                    <a:pt x="5381" y="75"/>
                  </a:cubicBezTo>
                  <a:lnTo>
                    <a:pt x="3991" y="514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9"/>
            <p:cNvSpPr/>
            <p:nvPr/>
          </p:nvSpPr>
          <p:spPr>
            <a:xfrm>
              <a:off x="6788912" y="3018325"/>
              <a:ext cx="42130" cy="37568"/>
            </a:xfrm>
            <a:custGeom>
              <a:avLst/>
              <a:gdLst/>
              <a:ahLst/>
              <a:cxnLst/>
              <a:rect l="l" t="t" r="r" b="b"/>
              <a:pathLst>
                <a:path w="1422" h="1268" extrusionOk="0">
                  <a:moveTo>
                    <a:pt x="1" y="1"/>
                  </a:moveTo>
                  <a:lnTo>
                    <a:pt x="1422" y="1"/>
                  </a:lnTo>
                  <a:lnTo>
                    <a:pt x="1422" y="1267"/>
                  </a:lnTo>
                  <a:lnTo>
                    <a:pt x="1" y="126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9"/>
            <p:cNvSpPr/>
            <p:nvPr/>
          </p:nvSpPr>
          <p:spPr>
            <a:xfrm>
              <a:off x="6788912" y="2837479"/>
              <a:ext cx="42130" cy="37568"/>
            </a:xfrm>
            <a:custGeom>
              <a:avLst/>
              <a:gdLst/>
              <a:ahLst/>
              <a:cxnLst/>
              <a:rect l="l" t="t" r="r" b="b"/>
              <a:pathLst>
                <a:path w="1422" h="1268" extrusionOk="0">
                  <a:moveTo>
                    <a:pt x="1" y="1"/>
                  </a:moveTo>
                  <a:lnTo>
                    <a:pt x="1422" y="1"/>
                  </a:lnTo>
                  <a:lnTo>
                    <a:pt x="1422" y="1267"/>
                  </a:lnTo>
                  <a:lnTo>
                    <a:pt x="1" y="126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9"/>
            <p:cNvSpPr/>
            <p:nvPr/>
          </p:nvSpPr>
          <p:spPr>
            <a:xfrm>
              <a:off x="6788912" y="3118259"/>
              <a:ext cx="42130" cy="37568"/>
            </a:xfrm>
            <a:custGeom>
              <a:avLst/>
              <a:gdLst/>
              <a:ahLst/>
              <a:cxnLst/>
              <a:rect l="l" t="t" r="r" b="b"/>
              <a:pathLst>
                <a:path w="1422" h="1268" extrusionOk="0">
                  <a:moveTo>
                    <a:pt x="1" y="1"/>
                  </a:moveTo>
                  <a:lnTo>
                    <a:pt x="1422" y="1"/>
                  </a:lnTo>
                  <a:lnTo>
                    <a:pt x="1422" y="1267"/>
                  </a:lnTo>
                  <a:lnTo>
                    <a:pt x="1" y="126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9"/>
            <p:cNvSpPr/>
            <p:nvPr/>
          </p:nvSpPr>
          <p:spPr>
            <a:xfrm>
              <a:off x="6788912" y="3299105"/>
              <a:ext cx="42130" cy="37568"/>
            </a:xfrm>
            <a:custGeom>
              <a:avLst/>
              <a:gdLst/>
              <a:ahLst/>
              <a:cxnLst/>
              <a:rect l="l" t="t" r="r" b="b"/>
              <a:pathLst>
                <a:path w="1422" h="1268" extrusionOk="0">
                  <a:moveTo>
                    <a:pt x="1" y="1"/>
                  </a:moveTo>
                  <a:lnTo>
                    <a:pt x="1422" y="1"/>
                  </a:lnTo>
                  <a:lnTo>
                    <a:pt x="1422" y="1267"/>
                  </a:lnTo>
                  <a:lnTo>
                    <a:pt x="1" y="126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9"/>
            <p:cNvSpPr/>
            <p:nvPr/>
          </p:nvSpPr>
          <p:spPr>
            <a:xfrm>
              <a:off x="6788912" y="3220029"/>
              <a:ext cx="42130" cy="37568"/>
            </a:xfrm>
            <a:custGeom>
              <a:avLst/>
              <a:gdLst/>
              <a:ahLst/>
              <a:cxnLst/>
              <a:rect l="l" t="t" r="r" b="b"/>
              <a:pathLst>
                <a:path w="1422" h="1268" extrusionOk="0">
                  <a:moveTo>
                    <a:pt x="1" y="1"/>
                  </a:moveTo>
                  <a:lnTo>
                    <a:pt x="1422" y="1"/>
                  </a:lnTo>
                  <a:lnTo>
                    <a:pt x="1422" y="1267"/>
                  </a:lnTo>
                  <a:lnTo>
                    <a:pt x="1" y="126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9"/>
            <p:cNvSpPr/>
            <p:nvPr/>
          </p:nvSpPr>
          <p:spPr>
            <a:xfrm>
              <a:off x="6635708" y="3118259"/>
              <a:ext cx="42130" cy="37568"/>
            </a:xfrm>
            <a:custGeom>
              <a:avLst/>
              <a:gdLst/>
              <a:ahLst/>
              <a:cxnLst/>
              <a:rect l="l" t="t" r="r" b="b"/>
              <a:pathLst>
                <a:path w="1422" h="1268" extrusionOk="0">
                  <a:moveTo>
                    <a:pt x="1" y="1"/>
                  </a:moveTo>
                  <a:lnTo>
                    <a:pt x="1421" y="1"/>
                  </a:lnTo>
                  <a:lnTo>
                    <a:pt x="1421" y="1267"/>
                  </a:lnTo>
                  <a:lnTo>
                    <a:pt x="1" y="126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9"/>
            <p:cNvSpPr/>
            <p:nvPr/>
          </p:nvSpPr>
          <p:spPr>
            <a:xfrm>
              <a:off x="6694460" y="3118259"/>
              <a:ext cx="65388" cy="37568"/>
            </a:xfrm>
            <a:custGeom>
              <a:avLst/>
              <a:gdLst/>
              <a:ahLst/>
              <a:cxnLst/>
              <a:rect l="l" t="t" r="r" b="b"/>
              <a:pathLst>
                <a:path w="2207" h="1268" extrusionOk="0">
                  <a:moveTo>
                    <a:pt x="1" y="1"/>
                  </a:moveTo>
                  <a:lnTo>
                    <a:pt x="2206" y="1"/>
                  </a:lnTo>
                  <a:lnTo>
                    <a:pt x="2206" y="1267"/>
                  </a:lnTo>
                  <a:lnTo>
                    <a:pt x="1" y="126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39"/>
            <p:cNvSpPr/>
            <p:nvPr/>
          </p:nvSpPr>
          <p:spPr>
            <a:xfrm>
              <a:off x="6749004" y="2742671"/>
              <a:ext cx="68854" cy="41212"/>
            </a:xfrm>
            <a:custGeom>
              <a:avLst/>
              <a:gdLst/>
              <a:ahLst/>
              <a:cxnLst/>
              <a:rect l="l" t="t" r="r" b="b"/>
              <a:pathLst>
                <a:path w="2324" h="1391" extrusionOk="0">
                  <a:moveTo>
                    <a:pt x="1" y="1390"/>
                  </a:moveTo>
                  <a:lnTo>
                    <a:pt x="2324" y="0"/>
                  </a:lnTo>
                  <a:lnTo>
                    <a:pt x="1953" y="1205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9"/>
            <p:cNvSpPr/>
            <p:nvPr/>
          </p:nvSpPr>
          <p:spPr>
            <a:xfrm>
              <a:off x="7305290" y="2983187"/>
              <a:ext cx="405630" cy="490394"/>
            </a:xfrm>
            <a:custGeom>
              <a:avLst/>
              <a:gdLst/>
              <a:ahLst/>
              <a:cxnLst/>
              <a:rect l="l" t="t" r="r" b="b"/>
              <a:pathLst>
                <a:path w="13691" h="16552" extrusionOk="0">
                  <a:moveTo>
                    <a:pt x="877" y="15476"/>
                  </a:moveTo>
                  <a:cubicBezTo>
                    <a:pt x="877" y="15476"/>
                    <a:pt x="0" y="14457"/>
                    <a:pt x="649" y="13709"/>
                  </a:cubicBezTo>
                  <a:cubicBezTo>
                    <a:pt x="1297" y="12968"/>
                    <a:pt x="2323" y="13524"/>
                    <a:pt x="2366" y="12783"/>
                  </a:cubicBezTo>
                  <a:cubicBezTo>
                    <a:pt x="2416" y="12041"/>
                    <a:pt x="2230" y="11627"/>
                    <a:pt x="2088" y="10874"/>
                  </a:cubicBezTo>
                  <a:cubicBezTo>
                    <a:pt x="1952" y="10132"/>
                    <a:pt x="2181" y="8829"/>
                    <a:pt x="2181" y="8829"/>
                  </a:cubicBezTo>
                  <a:lnTo>
                    <a:pt x="3064" y="7290"/>
                  </a:lnTo>
                  <a:lnTo>
                    <a:pt x="2830" y="8829"/>
                  </a:lnTo>
                  <a:cubicBezTo>
                    <a:pt x="2830" y="8829"/>
                    <a:pt x="2879" y="10367"/>
                    <a:pt x="3342" y="10509"/>
                  </a:cubicBezTo>
                  <a:cubicBezTo>
                    <a:pt x="3806" y="10645"/>
                    <a:pt x="4831" y="10874"/>
                    <a:pt x="5017" y="10089"/>
                  </a:cubicBezTo>
                  <a:cubicBezTo>
                    <a:pt x="5202" y="9298"/>
                    <a:pt x="5251" y="8792"/>
                    <a:pt x="4831" y="8180"/>
                  </a:cubicBezTo>
                  <a:cubicBezTo>
                    <a:pt x="4417" y="7581"/>
                    <a:pt x="4510" y="6086"/>
                    <a:pt x="4510" y="6086"/>
                  </a:cubicBezTo>
                  <a:lnTo>
                    <a:pt x="5529" y="4838"/>
                  </a:lnTo>
                  <a:cubicBezTo>
                    <a:pt x="5529" y="4838"/>
                    <a:pt x="4881" y="6376"/>
                    <a:pt x="5109" y="6747"/>
                  </a:cubicBezTo>
                  <a:cubicBezTo>
                    <a:pt x="5344" y="7117"/>
                    <a:pt x="5943" y="8180"/>
                    <a:pt x="6456" y="7531"/>
                  </a:cubicBezTo>
                  <a:cubicBezTo>
                    <a:pt x="6963" y="6883"/>
                    <a:pt x="7290" y="6697"/>
                    <a:pt x="6963" y="5672"/>
                  </a:cubicBezTo>
                  <a:cubicBezTo>
                    <a:pt x="6642" y="4652"/>
                    <a:pt x="7383" y="3299"/>
                    <a:pt x="7383" y="3299"/>
                  </a:cubicBezTo>
                  <a:lnTo>
                    <a:pt x="7476" y="4881"/>
                  </a:lnTo>
                  <a:cubicBezTo>
                    <a:pt x="7476" y="4881"/>
                    <a:pt x="8353" y="6086"/>
                    <a:pt x="8909" y="5066"/>
                  </a:cubicBezTo>
                  <a:cubicBezTo>
                    <a:pt x="9465" y="4047"/>
                    <a:pt x="9051" y="3726"/>
                    <a:pt x="9002" y="2515"/>
                  </a:cubicBezTo>
                  <a:cubicBezTo>
                    <a:pt x="8958" y="1310"/>
                    <a:pt x="10206" y="0"/>
                    <a:pt x="10206" y="0"/>
                  </a:cubicBezTo>
                  <a:cubicBezTo>
                    <a:pt x="10206" y="0"/>
                    <a:pt x="9514" y="791"/>
                    <a:pt x="9558" y="1588"/>
                  </a:cubicBezTo>
                  <a:cubicBezTo>
                    <a:pt x="9607" y="2373"/>
                    <a:pt x="10021" y="2929"/>
                    <a:pt x="10114" y="3676"/>
                  </a:cubicBezTo>
                  <a:cubicBezTo>
                    <a:pt x="10206" y="4418"/>
                    <a:pt x="10812" y="4974"/>
                    <a:pt x="10021" y="5863"/>
                  </a:cubicBezTo>
                  <a:cubicBezTo>
                    <a:pt x="9236" y="6747"/>
                    <a:pt x="8297" y="7538"/>
                    <a:pt x="8112" y="8328"/>
                  </a:cubicBezTo>
                  <a:cubicBezTo>
                    <a:pt x="7927" y="9113"/>
                    <a:pt x="7791" y="10281"/>
                    <a:pt x="8625" y="10466"/>
                  </a:cubicBezTo>
                  <a:cubicBezTo>
                    <a:pt x="9459" y="10651"/>
                    <a:pt x="10441" y="9354"/>
                    <a:pt x="10441" y="9354"/>
                  </a:cubicBezTo>
                  <a:cubicBezTo>
                    <a:pt x="10441" y="9354"/>
                    <a:pt x="9836" y="7921"/>
                    <a:pt x="10021" y="7352"/>
                  </a:cubicBezTo>
                  <a:cubicBezTo>
                    <a:pt x="10206" y="6796"/>
                    <a:pt x="11559" y="5585"/>
                    <a:pt x="11559" y="5585"/>
                  </a:cubicBezTo>
                  <a:lnTo>
                    <a:pt x="11003" y="7538"/>
                  </a:lnTo>
                  <a:cubicBezTo>
                    <a:pt x="11003" y="7538"/>
                    <a:pt x="11559" y="8464"/>
                    <a:pt x="11652" y="9076"/>
                  </a:cubicBezTo>
                  <a:cubicBezTo>
                    <a:pt x="11745" y="9681"/>
                    <a:pt x="11417" y="11121"/>
                    <a:pt x="12208" y="10237"/>
                  </a:cubicBezTo>
                  <a:lnTo>
                    <a:pt x="12993" y="9354"/>
                  </a:lnTo>
                  <a:lnTo>
                    <a:pt x="12579" y="7494"/>
                  </a:lnTo>
                  <a:cubicBezTo>
                    <a:pt x="12579" y="7494"/>
                    <a:pt x="13135" y="7958"/>
                    <a:pt x="13363" y="8699"/>
                  </a:cubicBezTo>
                  <a:cubicBezTo>
                    <a:pt x="13598" y="9440"/>
                    <a:pt x="13598" y="10515"/>
                    <a:pt x="13363" y="11300"/>
                  </a:cubicBezTo>
                  <a:cubicBezTo>
                    <a:pt x="13135" y="12091"/>
                    <a:pt x="13073" y="13580"/>
                    <a:pt x="13382" y="14228"/>
                  </a:cubicBezTo>
                  <a:cubicBezTo>
                    <a:pt x="13691" y="14877"/>
                    <a:pt x="12208" y="16551"/>
                    <a:pt x="12208" y="16551"/>
                  </a:cubicBezTo>
                  <a:lnTo>
                    <a:pt x="4634" y="1576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9"/>
            <p:cNvSpPr/>
            <p:nvPr/>
          </p:nvSpPr>
          <p:spPr>
            <a:xfrm>
              <a:off x="6766780" y="2976402"/>
              <a:ext cx="226976" cy="475018"/>
            </a:xfrm>
            <a:custGeom>
              <a:avLst/>
              <a:gdLst/>
              <a:ahLst/>
              <a:cxnLst/>
              <a:rect l="l" t="t" r="r" b="b"/>
              <a:pathLst>
                <a:path w="7661" h="16033" extrusionOk="0">
                  <a:moveTo>
                    <a:pt x="420" y="14729"/>
                  </a:moveTo>
                  <a:cubicBezTo>
                    <a:pt x="49" y="14111"/>
                    <a:pt x="0" y="13772"/>
                    <a:pt x="371" y="12962"/>
                  </a:cubicBezTo>
                  <a:cubicBezTo>
                    <a:pt x="741" y="12159"/>
                    <a:pt x="1019" y="12128"/>
                    <a:pt x="1162" y="11467"/>
                  </a:cubicBezTo>
                  <a:cubicBezTo>
                    <a:pt x="1297" y="10819"/>
                    <a:pt x="976" y="10312"/>
                    <a:pt x="976" y="9750"/>
                  </a:cubicBezTo>
                  <a:cubicBezTo>
                    <a:pt x="976" y="9194"/>
                    <a:pt x="1625" y="7841"/>
                    <a:pt x="1625" y="7841"/>
                  </a:cubicBezTo>
                  <a:cubicBezTo>
                    <a:pt x="1625" y="7841"/>
                    <a:pt x="1458" y="8409"/>
                    <a:pt x="1575" y="9045"/>
                  </a:cubicBezTo>
                  <a:cubicBezTo>
                    <a:pt x="1736" y="9954"/>
                    <a:pt x="2224" y="10386"/>
                    <a:pt x="2502" y="10108"/>
                  </a:cubicBezTo>
                  <a:cubicBezTo>
                    <a:pt x="2780" y="9830"/>
                    <a:pt x="3108" y="8526"/>
                    <a:pt x="2830" y="7878"/>
                  </a:cubicBezTo>
                  <a:cubicBezTo>
                    <a:pt x="2552" y="7229"/>
                    <a:pt x="1810" y="6537"/>
                    <a:pt x="1903" y="5505"/>
                  </a:cubicBezTo>
                  <a:cubicBezTo>
                    <a:pt x="1977" y="4665"/>
                    <a:pt x="2410" y="3992"/>
                    <a:pt x="2737" y="3244"/>
                  </a:cubicBezTo>
                  <a:cubicBezTo>
                    <a:pt x="3151" y="2274"/>
                    <a:pt x="2861" y="897"/>
                    <a:pt x="2372" y="1"/>
                  </a:cubicBezTo>
                  <a:cubicBezTo>
                    <a:pt x="3046" y="205"/>
                    <a:pt x="3491" y="884"/>
                    <a:pt x="3583" y="1582"/>
                  </a:cubicBezTo>
                  <a:cubicBezTo>
                    <a:pt x="3651" y="2126"/>
                    <a:pt x="3528" y="2663"/>
                    <a:pt x="3330" y="3158"/>
                  </a:cubicBezTo>
                  <a:cubicBezTo>
                    <a:pt x="3151" y="3590"/>
                    <a:pt x="3095" y="4023"/>
                    <a:pt x="3027" y="4486"/>
                  </a:cubicBezTo>
                  <a:cubicBezTo>
                    <a:pt x="2935" y="5091"/>
                    <a:pt x="2749" y="6210"/>
                    <a:pt x="3305" y="6166"/>
                  </a:cubicBezTo>
                  <a:cubicBezTo>
                    <a:pt x="3861" y="6117"/>
                    <a:pt x="4232" y="5746"/>
                    <a:pt x="4139" y="5147"/>
                  </a:cubicBezTo>
                  <a:cubicBezTo>
                    <a:pt x="4047" y="4542"/>
                    <a:pt x="3954" y="3423"/>
                    <a:pt x="3954" y="3423"/>
                  </a:cubicBezTo>
                  <a:cubicBezTo>
                    <a:pt x="3954" y="3423"/>
                    <a:pt x="4417" y="3837"/>
                    <a:pt x="4559" y="4393"/>
                  </a:cubicBezTo>
                  <a:cubicBezTo>
                    <a:pt x="4695" y="4949"/>
                    <a:pt x="4695" y="6488"/>
                    <a:pt x="4695" y="6488"/>
                  </a:cubicBezTo>
                  <a:cubicBezTo>
                    <a:pt x="4695" y="6488"/>
                    <a:pt x="4189" y="7927"/>
                    <a:pt x="4510" y="8440"/>
                  </a:cubicBezTo>
                  <a:cubicBezTo>
                    <a:pt x="4838" y="8953"/>
                    <a:pt x="5023" y="9929"/>
                    <a:pt x="5023" y="9929"/>
                  </a:cubicBezTo>
                  <a:cubicBezTo>
                    <a:pt x="5023" y="9929"/>
                    <a:pt x="4584" y="11053"/>
                    <a:pt x="4838" y="11276"/>
                  </a:cubicBezTo>
                  <a:cubicBezTo>
                    <a:pt x="5035" y="11455"/>
                    <a:pt x="5857" y="10998"/>
                    <a:pt x="5857" y="10998"/>
                  </a:cubicBezTo>
                  <a:lnTo>
                    <a:pt x="5900" y="9089"/>
                  </a:lnTo>
                  <a:lnTo>
                    <a:pt x="5764" y="7977"/>
                  </a:lnTo>
                  <a:cubicBezTo>
                    <a:pt x="5764" y="7977"/>
                    <a:pt x="6456" y="8996"/>
                    <a:pt x="6506" y="9558"/>
                  </a:cubicBezTo>
                  <a:cubicBezTo>
                    <a:pt x="6549" y="10114"/>
                    <a:pt x="6506" y="10763"/>
                    <a:pt x="6413" y="11467"/>
                  </a:cubicBezTo>
                  <a:cubicBezTo>
                    <a:pt x="6320" y="12165"/>
                    <a:pt x="6598" y="13098"/>
                    <a:pt x="6598" y="13098"/>
                  </a:cubicBezTo>
                  <a:cubicBezTo>
                    <a:pt x="6598" y="13098"/>
                    <a:pt x="7661" y="13790"/>
                    <a:pt x="7062" y="14587"/>
                  </a:cubicBezTo>
                  <a:cubicBezTo>
                    <a:pt x="6456" y="15378"/>
                    <a:pt x="4967" y="15749"/>
                    <a:pt x="4967" y="15749"/>
                  </a:cubicBezTo>
                  <a:cubicBezTo>
                    <a:pt x="4967" y="15749"/>
                    <a:pt x="1217" y="16033"/>
                    <a:pt x="420" y="1472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9"/>
            <p:cNvSpPr/>
            <p:nvPr/>
          </p:nvSpPr>
          <p:spPr>
            <a:xfrm>
              <a:off x="7052686" y="3342687"/>
              <a:ext cx="70869" cy="60233"/>
            </a:xfrm>
            <a:custGeom>
              <a:avLst/>
              <a:gdLst/>
              <a:ahLst/>
              <a:cxnLst/>
              <a:rect l="l" t="t" r="r" b="b"/>
              <a:pathLst>
                <a:path w="2392" h="2033" extrusionOk="0">
                  <a:moveTo>
                    <a:pt x="0" y="1359"/>
                  </a:moveTo>
                  <a:lnTo>
                    <a:pt x="204" y="723"/>
                  </a:lnTo>
                  <a:cubicBezTo>
                    <a:pt x="204" y="723"/>
                    <a:pt x="834" y="216"/>
                    <a:pt x="970" y="167"/>
                  </a:cubicBezTo>
                  <a:cubicBezTo>
                    <a:pt x="1112" y="105"/>
                    <a:pt x="1749" y="0"/>
                    <a:pt x="1749" y="0"/>
                  </a:cubicBezTo>
                  <a:lnTo>
                    <a:pt x="1977" y="62"/>
                  </a:lnTo>
                  <a:lnTo>
                    <a:pt x="2391" y="2014"/>
                  </a:lnTo>
                  <a:lnTo>
                    <a:pt x="1094" y="203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9"/>
            <p:cNvSpPr/>
            <p:nvPr/>
          </p:nvSpPr>
          <p:spPr>
            <a:xfrm>
              <a:off x="7002349" y="3364641"/>
              <a:ext cx="199897" cy="63907"/>
            </a:xfrm>
            <a:custGeom>
              <a:avLst/>
              <a:gdLst/>
              <a:ahLst/>
              <a:cxnLst/>
              <a:rect l="l" t="t" r="r" b="b"/>
              <a:pathLst>
                <a:path w="6747" h="2157" extrusionOk="0">
                  <a:moveTo>
                    <a:pt x="322" y="1903"/>
                  </a:moveTo>
                  <a:cubicBezTo>
                    <a:pt x="322" y="1811"/>
                    <a:pt x="0" y="674"/>
                    <a:pt x="0" y="674"/>
                  </a:cubicBezTo>
                  <a:cubicBezTo>
                    <a:pt x="0" y="674"/>
                    <a:pt x="414" y="631"/>
                    <a:pt x="600" y="556"/>
                  </a:cubicBezTo>
                  <a:cubicBezTo>
                    <a:pt x="785" y="489"/>
                    <a:pt x="1180" y="118"/>
                    <a:pt x="1180" y="118"/>
                  </a:cubicBezTo>
                  <a:lnTo>
                    <a:pt x="1594" y="0"/>
                  </a:lnTo>
                  <a:lnTo>
                    <a:pt x="1897" y="396"/>
                  </a:lnTo>
                  <a:lnTo>
                    <a:pt x="2570" y="1094"/>
                  </a:lnTo>
                  <a:lnTo>
                    <a:pt x="3522" y="1094"/>
                  </a:lnTo>
                  <a:lnTo>
                    <a:pt x="3800" y="1069"/>
                  </a:lnTo>
                  <a:lnTo>
                    <a:pt x="3726" y="581"/>
                  </a:lnTo>
                  <a:lnTo>
                    <a:pt x="6055" y="260"/>
                  </a:lnTo>
                  <a:lnTo>
                    <a:pt x="6333" y="1045"/>
                  </a:lnTo>
                  <a:lnTo>
                    <a:pt x="6704" y="1693"/>
                  </a:lnTo>
                  <a:lnTo>
                    <a:pt x="6747" y="215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9"/>
            <p:cNvSpPr/>
            <p:nvPr/>
          </p:nvSpPr>
          <p:spPr>
            <a:xfrm>
              <a:off x="7012955" y="3395394"/>
              <a:ext cx="80942" cy="39197"/>
            </a:xfrm>
            <a:custGeom>
              <a:avLst/>
              <a:gdLst/>
              <a:ahLst/>
              <a:cxnLst/>
              <a:rect l="l" t="t" r="r" b="b"/>
              <a:pathLst>
                <a:path w="2732" h="1323" extrusionOk="0">
                  <a:moveTo>
                    <a:pt x="25" y="1082"/>
                  </a:moveTo>
                  <a:lnTo>
                    <a:pt x="1" y="241"/>
                  </a:lnTo>
                  <a:lnTo>
                    <a:pt x="699" y="0"/>
                  </a:lnTo>
                  <a:lnTo>
                    <a:pt x="1415" y="7"/>
                  </a:lnTo>
                  <a:lnTo>
                    <a:pt x="1996" y="285"/>
                  </a:lnTo>
                  <a:lnTo>
                    <a:pt x="2114" y="834"/>
                  </a:lnTo>
                  <a:lnTo>
                    <a:pt x="2132" y="303"/>
                  </a:lnTo>
                  <a:lnTo>
                    <a:pt x="2558" y="427"/>
                  </a:lnTo>
                  <a:lnTo>
                    <a:pt x="2731" y="1112"/>
                  </a:lnTo>
                  <a:lnTo>
                    <a:pt x="1292" y="1322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9"/>
            <p:cNvSpPr/>
            <p:nvPr/>
          </p:nvSpPr>
          <p:spPr>
            <a:xfrm>
              <a:off x="7132680" y="3400342"/>
              <a:ext cx="50367" cy="24561"/>
            </a:xfrm>
            <a:custGeom>
              <a:avLst/>
              <a:gdLst/>
              <a:ahLst/>
              <a:cxnLst/>
              <a:rect l="l" t="t" r="r" b="b"/>
              <a:pathLst>
                <a:path w="1700" h="829" extrusionOk="0">
                  <a:moveTo>
                    <a:pt x="0" y="723"/>
                  </a:moveTo>
                  <a:cubicBezTo>
                    <a:pt x="19" y="661"/>
                    <a:pt x="87" y="303"/>
                    <a:pt x="87" y="303"/>
                  </a:cubicBezTo>
                  <a:lnTo>
                    <a:pt x="1353" y="0"/>
                  </a:lnTo>
                  <a:lnTo>
                    <a:pt x="1699" y="828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9"/>
            <p:cNvSpPr/>
            <p:nvPr/>
          </p:nvSpPr>
          <p:spPr>
            <a:xfrm>
              <a:off x="7133391" y="3393913"/>
              <a:ext cx="23287" cy="4977"/>
            </a:xfrm>
            <a:custGeom>
              <a:avLst/>
              <a:gdLst/>
              <a:ahLst/>
              <a:cxnLst/>
              <a:rect l="l" t="t" r="r" b="b"/>
              <a:pathLst>
                <a:path w="786" h="168" extrusionOk="0">
                  <a:moveTo>
                    <a:pt x="1" y="168"/>
                  </a:moveTo>
                  <a:lnTo>
                    <a:pt x="198" y="1"/>
                  </a:lnTo>
                  <a:lnTo>
                    <a:pt x="785" y="26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9"/>
            <p:cNvSpPr/>
            <p:nvPr/>
          </p:nvSpPr>
          <p:spPr>
            <a:xfrm>
              <a:off x="7099734" y="3396313"/>
              <a:ext cx="20710" cy="29124"/>
            </a:xfrm>
            <a:custGeom>
              <a:avLst/>
              <a:gdLst/>
              <a:ahLst/>
              <a:cxnLst/>
              <a:rect l="l" t="t" r="r" b="b"/>
              <a:pathLst>
                <a:path w="699" h="983" extrusionOk="0">
                  <a:moveTo>
                    <a:pt x="130" y="958"/>
                  </a:moveTo>
                  <a:lnTo>
                    <a:pt x="698" y="983"/>
                  </a:lnTo>
                  <a:lnTo>
                    <a:pt x="519" y="0"/>
                  </a:lnTo>
                  <a:lnTo>
                    <a:pt x="241" y="25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9"/>
            <p:cNvSpPr/>
            <p:nvPr/>
          </p:nvSpPr>
          <p:spPr>
            <a:xfrm>
              <a:off x="6683468" y="3398327"/>
              <a:ext cx="160018" cy="26754"/>
            </a:xfrm>
            <a:custGeom>
              <a:avLst/>
              <a:gdLst/>
              <a:ahLst/>
              <a:cxnLst/>
              <a:rect l="l" t="t" r="r" b="b"/>
              <a:pathLst>
                <a:path w="5401" h="903" extrusionOk="0">
                  <a:moveTo>
                    <a:pt x="1" y="717"/>
                  </a:moveTo>
                  <a:cubicBezTo>
                    <a:pt x="50" y="649"/>
                    <a:pt x="582" y="142"/>
                    <a:pt x="582" y="142"/>
                  </a:cubicBezTo>
                  <a:lnTo>
                    <a:pt x="928" y="186"/>
                  </a:lnTo>
                  <a:lnTo>
                    <a:pt x="1206" y="346"/>
                  </a:lnTo>
                  <a:lnTo>
                    <a:pt x="1576" y="0"/>
                  </a:lnTo>
                  <a:lnTo>
                    <a:pt x="2831" y="50"/>
                  </a:lnTo>
                  <a:lnTo>
                    <a:pt x="3918" y="68"/>
                  </a:lnTo>
                  <a:lnTo>
                    <a:pt x="4591" y="328"/>
                  </a:lnTo>
                  <a:lnTo>
                    <a:pt x="5123" y="513"/>
                  </a:lnTo>
                  <a:lnTo>
                    <a:pt x="5401" y="766"/>
                  </a:lnTo>
                  <a:lnTo>
                    <a:pt x="4289" y="90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9"/>
            <p:cNvSpPr/>
            <p:nvPr/>
          </p:nvSpPr>
          <p:spPr>
            <a:xfrm>
              <a:off x="6859011" y="3407275"/>
              <a:ext cx="52944" cy="15791"/>
            </a:xfrm>
            <a:custGeom>
              <a:avLst/>
              <a:gdLst/>
              <a:ahLst/>
              <a:cxnLst/>
              <a:rect l="l" t="t" r="r" b="b"/>
              <a:pathLst>
                <a:path w="1787" h="533" extrusionOk="0">
                  <a:moveTo>
                    <a:pt x="1" y="532"/>
                  </a:moveTo>
                  <a:cubicBezTo>
                    <a:pt x="69" y="464"/>
                    <a:pt x="514" y="44"/>
                    <a:pt x="514" y="44"/>
                  </a:cubicBezTo>
                  <a:lnTo>
                    <a:pt x="1156" y="1"/>
                  </a:lnTo>
                  <a:lnTo>
                    <a:pt x="1762" y="304"/>
                  </a:lnTo>
                  <a:lnTo>
                    <a:pt x="1786" y="44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9"/>
            <p:cNvSpPr/>
            <p:nvPr/>
          </p:nvSpPr>
          <p:spPr>
            <a:xfrm>
              <a:off x="6262491" y="3419185"/>
              <a:ext cx="523162" cy="45597"/>
            </a:xfrm>
            <a:custGeom>
              <a:avLst/>
              <a:gdLst/>
              <a:ahLst/>
              <a:cxnLst/>
              <a:rect l="l" t="t" r="r" b="b"/>
              <a:pathLst>
                <a:path w="17658" h="1539" extrusionOk="0">
                  <a:moveTo>
                    <a:pt x="0" y="1397"/>
                  </a:moveTo>
                  <a:cubicBezTo>
                    <a:pt x="1804" y="1354"/>
                    <a:pt x="3645" y="1298"/>
                    <a:pt x="3645" y="1298"/>
                  </a:cubicBezTo>
                  <a:lnTo>
                    <a:pt x="6809" y="1539"/>
                  </a:lnTo>
                  <a:lnTo>
                    <a:pt x="5449" y="878"/>
                  </a:lnTo>
                  <a:lnTo>
                    <a:pt x="15186" y="1403"/>
                  </a:lnTo>
                  <a:lnTo>
                    <a:pt x="17657" y="1001"/>
                  </a:lnTo>
                  <a:lnTo>
                    <a:pt x="12134" y="742"/>
                  </a:lnTo>
                  <a:lnTo>
                    <a:pt x="11658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9"/>
            <p:cNvSpPr/>
            <p:nvPr/>
          </p:nvSpPr>
          <p:spPr>
            <a:xfrm>
              <a:off x="7857161" y="3077076"/>
              <a:ext cx="400682" cy="219125"/>
            </a:xfrm>
            <a:custGeom>
              <a:avLst/>
              <a:gdLst/>
              <a:ahLst/>
              <a:cxnLst/>
              <a:rect l="l" t="t" r="r" b="b"/>
              <a:pathLst>
                <a:path w="13524" h="7396" extrusionOk="0">
                  <a:moveTo>
                    <a:pt x="0" y="1"/>
                  </a:moveTo>
                  <a:lnTo>
                    <a:pt x="1582" y="155"/>
                  </a:lnTo>
                  <a:lnTo>
                    <a:pt x="2817" y="464"/>
                  </a:lnTo>
                  <a:cubicBezTo>
                    <a:pt x="2817" y="464"/>
                    <a:pt x="6376" y="773"/>
                    <a:pt x="6623" y="773"/>
                  </a:cubicBezTo>
                  <a:cubicBezTo>
                    <a:pt x="6870" y="773"/>
                    <a:pt x="6994" y="1298"/>
                    <a:pt x="6994" y="1298"/>
                  </a:cubicBezTo>
                  <a:lnTo>
                    <a:pt x="7272" y="1947"/>
                  </a:lnTo>
                  <a:lnTo>
                    <a:pt x="7951" y="1514"/>
                  </a:lnTo>
                  <a:lnTo>
                    <a:pt x="8785" y="2009"/>
                  </a:lnTo>
                  <a:lnTo>
                    <a:pt x="9774" y="1947"/>
                  </a:lnTo>
                  <a:lnTo>
                    <a:pt x="12035" y="4733"/>
                  </a:lnTo>
                  <a:lnTo>
                    <a:pt x="11479" y="5505"/>
                  </a:lnTo>
                  <a:lnTo>
                    <a:pt x="13524" y="7000"/>
                  </a:lnTo>
                  <a:cubicBezTo>
                    <a:pt x="13524" y="7000"/>
                    <a:pt x="13061" y="7340"/>
                    <a:pt x="12937" y="7365"/>
                  </a:cubicBezTo>
                  <a:cubicBezTo>
                    <a:pt x="12813" y="7396"/>
                    <a:pt x="11763" y="7155"/>
                    <a:pt x="11763" y="7155"/>
                  </a:cubicBezTo>
                  <a:lnTo>
                    <a:pt x="10311" y="7124"/>
                  </a:lnTo>
                  <a:lnTo>
                    <a:pt x="7432" y="7062"/>
                  </a:lnTo>
                  <a:lnTo>
                    <a:pt x="1551" y="3868"/>
                  </a:lnTo>
                  <a:lnTo>
                    <a:pt x="315" y="176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9"/>
            <p:cNvSpPr/>
            <p:nvPr/>
          </p:nvSpPr>
          <p:spPr>
            <a:xfrm>
              <a:off x="7856954" y="3077639"/>
              <a:ext cx="401097" cy="218769"/>
            </a:xfrm>
            <a:custGeom>
              <a:avLst/>
              <a:gdLst/>
              <a:ahLst/>
              <a:cxnLst/>
              <a:rect l="l" t="t" r="r" b="b"/>
              <a:pathLst>
                <a:path w="13538" h="7384" extrusionOk="0">
                  <a:moveTo>
                    <a:pt x="316" y="1742"/>
                  </a:moveTo>
                  <a:lnTo>
                    <a:pt x="1552" y="3849"/>
                  </a:lnTo>
                  <a:lnTo>
                    <a:pt x="7433" y="7037"/>
                  </a:lnTo>
                  <a:lnTo>
                    <a:pt x="10312" y="7099"/>
                  </a:lnTo>
                  <a:lnTo>
                    <a:pt x="11776" y="7136"/>
                  </a:lnTo>
                  <a:cubicBezTo>
                    <a:pt x="11776" y="7136"/>
                    <a:pt x="12827" y="7383"/>
                    <a:pt x="12950" y="7346"/>
                  </a:cubicBezTo>
                  <a:cubicBezTo>
                    <a:pt x="13074" y="7321"/>
                    <a:pt x="13537" y="6981"/>
                    <a:pt x="13537" y="6981"/>
                  </a:cubicBezTo>
                  <a:lnTo>
                    <a:pt x="13488" y="6951"/>
                  </a:lnTo>
                  <a:cubicBezTo>
                    <a:pt x="13203" y="6753"/>
                    <a:pt x="11610" y="5838"/>
                    <a:pt x="11610" y="5838"/>
                  </a:cubicBezTo>
                  <a:lnTo>
                    <a:pt x="10961" y="5282"/>
                  </a:lnTo>
                  <a:lnTo>
                    <a:pt x="11146" y="4560"/>
                  </a:lnTo>
                  <a:lnTo>
                    <a:pt x="9713" y="3985"/>
                  </a:lnTo>
                  <a:lnTo>
                    <a:pt x="8626" y="3590"/>
                  </a:lnTo>
                  <a:lnTo>
                    <a:pt x="7439" y="4492"/>
                  </a:lnTo>
                  <a:lnTo>
                    <a:pt x="8162" y="3194"/>
                  </a:lnTo>
                  <a:lnTo>
                    <a:pt x="7143" y="2799"/>
                  </a:lnTo>
                  <a:lnTo>
                    <a:pt x="6352" y="1501"/>
                  </a:lnTo>
                  <a:lnTo>
                    <a:pt x="5771" y="995"/>
                  </a:lnTo>
                  <a:lnTo>
                    <a:pt x="3448" y="760"/>
                  </a:lnTo>
                  <a:lnTo>
                    <a:pt x="1589" y="15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9"/>
            <p:cNvSpPr/>
            <p:nvPr/>
          </p:nvSpPr>
          <p:spPr>
            <a:xfrm>
              <a:off x="7980530" y="3094112"/>
              <a:ext cx="59136" cy="63166"/>
            </a:xfrm>
            <a:custGeom>
              <a:avLst/>
              <a:gdLst/>
              <a:ahLst/>
              <a:cxnLst/>
              <a:rect l="l" t="t" r="r" b="b"/>
              <a:pathLst>
                <a:path w="1996" h="2132" extrusionOk="0">
                  <a:moveTo>
                    <a:pt x="43" y="587"/>
                  </a:moveTo>
                  <a:lnTo>
                    <a:pt x="365" y="1125"/>
                  </a:lnTo>
                  <a:cubicBezTo>
                    <a:pt x="365" y="1125"/>
                    <a:pt x="241" y="1514"/>
                    <a:pt x="507" y="1557"/>
                  </a:cubicBezTo>
                  <a:cubicBezTo>
                    <a:pt x="766" y="1607"/>
                    <a:pt x="1996" y="2132"/>
                    <a:pt x="1996" y="2132"/>
                  </a:cubicBezTo>
                  <a:lnTo>
                    <a:pt x="655" y="1415"/>
                  </a:lnTo>
                  <a:lnTo>
                    <a:pt x="451" y="1384"/>
                  </a:lnTo>
                  <a:lnTo>
                    <a:pt x="451" y="1063"/>
                  </a:lnTo>
                  <a:lnTo>
                    <a:pt x="204" y="569"/>
                  </a:lnTo>
                  <a:lnTo>
                    <a:pt x="148" y="13"/>
                  </a:lnTo>
                  <a:cubicBezTo>
                    <a:pt x="105" y="6"/>
                    <a:pt x="50" y="6"/>
                    <a:pt x="0" y="0"/>
                  </a:cubicBezTo>
                  <a:cubicBezTo>
                    <a:pt x="19" y="247"/>
                    <a:pt x="43" y="587"/>
                    <a:pt x="43" y="587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9"/>
            <p:cNvSpPr/>
            <p:nvPr/>
          </p:nvSpPr>
          <p:spPr>
            <a:xfrm>
              <a:off x="7686359" y="3030413"/>
              <a:ext cx="478692" cy="438961"/>
            </a:xfrm>
            <a:custGeom>
              <a:avLst/>
              <a:gdLst/>
              <a:ahLst/>
              <a:cxnLst/>
              <a:rect l="l" t="t" r="r" b="b"/>
              <a:pathLst>
                <a:path w="16157" h="14816" extrusionOk="0">
                  <a:moveTo>
                    <a:pt x="1" y="13153"/>
                  </a:moveTo>
                  <a:lnTo>
                    <a:pt x="2651" y="5208"/>
                  </a:lnTo>
                  <a:lnTo>
                    <a:pt x="3436" y="5110"/>
                  </a:lnTo>
                  <a:lnTo>
                    <a:pt x="2787" y="4510"/>
                  </a:lnTo>
                  <a:lnTo>
                    <a:pt x="4604" y="0"/>
                  </a:lnTo>
                  <a:lnTo>
                    <a:pt x="6834" y="698"/>
                  </a:lnTo>
                  <a:cubicBezTo>
                    <a:pt x="6834" y="698"/>
                    <a:pt x="6371" y="2280"/>
                    <a:pt x="6513" y="2416"/>
                  </a:cubicBezTo>
                  <a:cubicBezTo>
                    <a:pt x="6649" y="2558"/>
                    <a:pt x="7903" y="2509"/>
                    <a:pt x="7903" y="2509"/>
                  </a:cubicBezTo>
                  <a:lnTo>
                    <a:pt x="8829" y="2558"/>
                  </a:lnTo>
                  <a:lnTo>
                    <a:pt x="8595" y="4510"/>
                  </a:lnTo>
                  <a:lnTo>
                    <a:pt x="9799" y="5208"/>
                  </a:lnTo>
                  <a:lnTo>
                    <a:pt x="10541" y="6178"/>
                  </a:lnTo>
                  <a:lnTo>
                    <a:pt x="11795" y="6827"/>
                  </a:lnTo>
                  <a:cubicBezTo>
                    <a:pt x="11795" y="6827"/>
                    <a:pt x="13704" y="7062"/>
                    <a:pt x="13982" y="7340"/>
                  </a:cubicBezTo>
                  <a:cubicBezTo>
                    <a:pt x="14260" y="7618"/>
                    <a:pt x="14674" y="8217"/>
                    <a:pt x="15094" y="8452"/>
                  </a:cubicBezTo>
                  <a:cubicBezTo>
                    <a:pt x="15508" y="8680"/>
                    <a:pt x="16157" y="8631"/>
                    <a:pt x="16157" y="8631"/>
                  </a:cubicBezTo>
                  <a:lnTo>
                    <a:pt x="12845" y="148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9"/>
            <p:cNvSpPr/>
            <p:nvPr/>
          </p:nvSpPr>
          <p:spPr>
            <a:xfrm>
              <a:off x="7835740" y="3187646"/>
              <a:ext cx="48352" cy="41034"/>
            </a:xfrm>
            <a:custGeom>
              <a:avLst/>
              <a:gdLst/>
              <a:ahLst/>
              <a:cxnLst/>
              <a:rect l="l" t="t" r="r" b="b"/>
              <a:pathLst>
                <a:path w="1632" h="1385" extrusionOk="0">
                  <a:moveTo>
                    <a:pt x="1248" y="1384"/>
                  </a:moveTo>
                  <a:lnTo>
                    <a:pt x="0" y="723"/>
                  </a:lnTo>
                  <a:lnTo>
                    <a:pt x="389" y="0"/>
                  </a:lnTo>
                  <a:lnTo>
                    <a:pt x="1631" y="65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9"/>
            <p:cNvSpPr/>
            <p:nvPr/>
          </p:nvSpPr>
          <p:spPr>
            <a:xfrm>
              <a:off x="7922134" y="3235050"/>
              <a:ext cx="47967" cy="40649"/>
            </a:xfrm>
            <a:custGeom>
              <a:avLst/>
              <a:gdLst/>
              <a:ahLst/>
              <a:cxnLst/>
              <a:rect l="l" t="t" r="r" b="b"/>
              <a:pathLst>
                <a:path w="1619" h="1372" extrusionOk="0">
                  <a:moveTo>
                    <a:pt x="1242" y="1372"/>
                  </a:moveTo>
                  <a:lnTo>
                    <a:pt x="0" y="717"/>
                  </a:lnTo>
                  <a:lnTo>
                    <a:pt x="383" y="0"/>
                  </a:lnTo>
                  <a:lnTo>
                    <a:pt x="1619" y="65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9"/>
            <p:cNvSpPr/>
            <p:nvPr/>
          </p:nvSpPr>
          <p:spPr>
            <a:xfrm>
              <a:off x="8008350" y="3282099"/>
              <a:ext cx="47967" cy="40649"/>
            </a:xfrm>
            <a:custGeom>
              <a:avLst/>
              <a:gdLst/>
              <a:ahLst/>
              <a:cxnLst/>
              <a:rect l="l" t="t" r="r" b="b"/>
              <a:pathLst>
                <a:path w="1619" h="1372" extrusionOk="0">
                  <a:moveTo>
                    <a:pt x="1242" y="1372"/>
                  </a:moveTo>
                  <a:lnTo>
                    <a:pt x="0" y="717"/>
                  </a:lnTo>
                  <a:lnTo>
                    <a:pt x="377" y="0"/>
                  </a:lnTo>
                  <a:lnTo>
                    <a:pt x="1619" y="65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9"/>
            <p:cNvSpPr/>
            <p:nvPr/>
          </p:nvSpPr>
          <p:spPr>
            <a:xfrm>
              <a:off x="7791803" y="3279343"/>
              <a:ext cx="48174" cy="41034"/>
            </a:xfrm>
            <a:custGeom>
              <a:avLst/>
              <a:gdLst/>
              <a:ahLst/>
              <a:cxnLst/>
              <a:rect l="l" t="t" r="r" b="b"/>
              <a:pathLst>
                <a:path w="1626" h="1385" extrusionOk="0">
                  <a:moveTo>
                    <a:pt x="1248" y="1384"/>
                  </a:moveTo>
                  <a:lnTo>
                    <a:pt x="0" y="729"/>
                  </a:lnTo>
                  <a:lnTo>
                    <a:pt x="384" y="0"/>
                  </a:lnTo>
                  <a:lnTo>
                    <a:pt x="1625" y="65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9"/>
            <p:cNvSpPr/>
            <p:nvPr/>
          </p:nvSpPr>
          <p:spPr>
            <a:xfrm>
              <a:off x="7878197" y="3326747"/>
              <a:ext cx="47997" cy="40679"/>
            </a:xfrm>
            <a:custGeom>
              <a:avLst/>
              <a:gdLst/>
              <a:ahLst/>
              <a:cxnLst/>
              <a:rect l="l" t="t" r="r" b="b"/>
              <a:pathLst>
                <a:path w="1620" h="1373" extrusionOk="0">
                  <a:moveTo>
                    <a:pt x="1242" y="1372"/>
                  </a:moveTo>
                  <a:lnTo>
                    <a:pt x="1" y="717"/>
                  </a:lnTo>
                  <a:lnTo>
                    <a:pt x="377" y="1"/>
                  </a:lnTo>
                  <a:lnTo>
                    <a:pt x="1619" y="65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9"/>
            <p:cNvSpPr/>
            <p:nvPr/>
          </p:nvSpPr>
          <p:spPr>
            <a:xfrm>
              <a:off x="7627072" y="3346154"/>
              <a:ext cx="523151" cy="120288"/>
            </a:xfrm>
            <a:custGeom>
              <a:avLst/>
              <a:gdLst/>
              <a:ahLst/>
              <a:cxnLst/>
              <a:rect l="l" t="t" r="r" b="b"/>
              <a:pathLst>
                <a:path w="15230" h="4060" extrusionOk="0">
                  <a:moveTo>
                    <a:pt x="1724" y="2997"/>
                  </a:moveTo>
                  <a:lnTo>
                    <a:pt x="2280" y="2317"/>
                  </a:lnTo>
                  <a:lnTo>
                    <a:pt x="3485" y="1143"/>
                  </a:lnTo>
                  <a:lnTo>
                    <a:pt x="4288" y="1761"/>
                  </a:lnTo>
                  <a:lnTo>
                    <a:pt x="5091" y="340"/>
                  </a:lnTo>
                  <a:lnTo>
                    <a:pt x="6265" y="0"/>
                  </a:lnTo>
                  <a:lnTo>
                    <a:pt x="7377" y="248"/>
                  </a:lnTo>
                  <a:lnTo>
                    <a:pt x="7408" y="1174"/>
                  </a:lnTo>
                  <a:lnTo>
                    <a:pt x="7964" y="1452"/>
                  </a:lnTo>
                  <a:cubicBezTo>
                    <a:pt x="7964" y="1452"/>
                    <a:pt x="8396" y="2101"/>
                    <a:pt x="8334" y="2286"/>
                  </a:cubicBezTo>
                  <a:cubicBezTo>
                    <a:pt x="8273" y="2472"/>
                    <a:pt x="9570" y="1823"/>
                    <a:pt x="10349" y="1699"/>
                  </a:cubicBezTo>
                  <a:cubicBezTo>
                    <a:pt x="11121" y="1576"/>
                    <a:pt x="11553" y="1823"/>
                    <a:pt x="11553" y="1823"/>
                  </a:cubicBezTo>
                  <a:cubicBezTo>
                    <a:pt x="11553" y="1823"/>
                    <a:pt x="11028" y="2348"/>
                    <a:pt x="11924" y="2070"/>
                  </a:cubicBezTo>
                  <a:cubicBezTo>
                    <a:pt x="12820" y="1792"/>
                    <a:pt x="13190" y="1854"/>
                    <a:pt x="13190" y="1854"/>
                  </a:cubicBezTo>
                  <a:lnTo>
                    <a:pt x="13654" y="2070"/>
                  </a:lnTo>
                  <a:lnTo>
                    <a:pt x="14395" y="2286"/>
                  </a:lnTo>
                  <a:lnTo>
                    <a:pt x="14920" y="2781"/>
                  </a:lnTo>
                  <a:cubicBezTo>
                    <a:pt x="14920" y="2781"/>
                    <a:pt x="15167" y="3244"/>
                    <a:pt x="15198" y="3429"/>
                  </a:cubicBezTo>
                  <a:cubicBezTo>
                    <a:pt x="15229" y="3615"/>
                    <a:pt x="14457" y="3924"/>
                    <a:pt x="14457" y="3924"/>
                  </a:cubicBezTo>
                  <a:lnTo>
                    <a:pt x="12134" y="3615"/>
                  </a:lnTo>
                  <a:lnTo>
                    <a:pt x="10058" y="4059"/>
                  </a:lnTo>
                  <a:cubicBezTo>
                    <a:pt x="10058" y="4059"/>
                    <a:pt x="8223" y="3553"/>
                    <a:pt x="7951" y="3553"/>
                  </a:cubicBezTo>
                  <a:cubicBezTo>
                    <a:pt x="7673" y="3553"/>
                    <a:pt x="6623" y="3460"/>
                    <a:pt x="6530" y="3491"/>
                  </a:cubicBezTo>
                  <a:cubicBezTo>
                    <a:pt x="6438" y="3522"/>
                    <a:pt x="5820" y="3769"/>
                    <a:pt x="5820" y="3769"/>
                  </a:cubicBezTo>
                  <a:lnTo>
                    <a:pt x="4986" y="3893"/>
                  </a:lnTo>
                  <a:lnTo>
                    <a:pt x="4059" y="3862"/>
                  </a:lnTo>
                  <a:lnTo>
                    <a:pt x="2824" y="3676"/>
                  </a:lnTo>
                  <a:lnTo>
                    <a:pt x="2824" y="3491"/>
                  </a:lnTo>
                  <a:lnTo>
                    <a:pt x="0" y="3398"/>
                  </a:lnTo>
                  <a:cubicBezTo>
                    <a:pt x="19" y="3398"/>
                    <a:pt x="1199" y="2904"/>
                    <a:pt x="1724" y="299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9"/>
            <p:cNvSpPr/>
            <p:nvPr/>
          </p:nvSpPr>
          <p:spPr>
            <a:xfrm>
              <a:off x="6322160" y="3284824"/>
              <a:ext cx="356597" cy="152878"/>
            </a:xfrm>
            <a:custGeom>
              <a:avLst/>
              <a:gdLst/>
              <a:ahLst/>
              <a:cxnLst/>
              <a:rect l="l" t="t" r="r" b="b"/>
              <a:pathLst>
                <a:path w="12036" h="5160" extrusionOk="0">
                  <a:moveTo>
                    <a:pt x="143" y="835"/>
                  </a:moveTo>
                  <a:cubicBezTo>
                    <a:pt x="143" y="835"/>
                    <a:pt x="6364" y="1"/>
                    <a:pt x="6555" y="1"/>
                  </a:cubicBezTo>
                  <a:cubicBezTo>
                    <a:pt x="6741" y="1"/>
                    <a:pt x="7155" y="186"/>
                    <a:pt x="7155" y="186"/>
                  </a:cubicBezTo>
                  <a:lnTo>
                    <a:pt x="7575" y="884"/>
                  </a:lnTo>
                  <a:lnTo>
                    <a:pt x="8359" y="279"/>
                  </a:lnTo>
                  <a:lnTo>
                    <a:pt x="10268" y="328"/>
                  </a:lnTo>
                  <a:lnTo>
                    <a:pt x="11757" y="514"/>
                  </a:lnTo>
                  <a:lnTo>
                    <a:pt x="12035" y="5159"/>
                  </a:lnTo>
                  <a:lnTo>
                    <a:pt x="0" y="493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9"/>
            <p:cNvSpPr/>
            <p:nvPr/>
          </p:nvSpPr>
          <p:spPr>
            <a:xfrm>
              <a:off x="6416613" y="3346894"/>
              <a:ext cx="51641" cy="86779"/>
            </a:xfrm>
            <a:custGeom>
              <a:avLst/>
              <a:gdLst/>
              <a:ahLst/>
              <a:cxnLst/>
              <a:rect l="l" t="t" r="r" b="b"/>
              <a:pathLst>
                <a:path w="1743" h="2929" extrusionOk="0">
                  <a:moveTo>
                    <a:pt x="1421" y="717"/>
                  </a:moveTo>
                  <a:lnTo>
                    <a:pt x="1001" y="1922"/>
                  </a:lnTo>
                  <a:lnTo>
                    <a:pt x="538" y="1878"/>
                  </a:lnTo>
                  <a:lnTo>
                    <a:pt x="0" y="0"/>
                  </a:lnTo>
                  <a:lnTo>
                    <a:pt x="247" y="2892"/>
                  </a:lnTo>
                  <a:lnTo>
                    <a:pt x="1743" y="2929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9"/>
            <p:cNvSpPr/>
            <p:nvPr/>
          </p:nvSpPr>
          <p:spPr>
            <a:xfrm>
              <a:off x="6435456" y="3284824"/>
              <a:ext cx="235065" cy="83313"/>
            </a:xfrm>
            <a:custGeom>
              <a:avLst/>
              <a:gdLst/>
              <a:ahLst/>
              <a:cxnLst/>
              <a:rect l="l" t="t" r="r" b="b"/>
              <a:pathLst>
                <a:path w="7934" h="2812" extrusionOk="0">
                  <a:moveTo>
                    <a:pt x="2731" y="1"/>
                  </a:moveTo>
                  <a:cubicBezTo>
                    <a:pt x="2645" y="1"/>
                    <a:pt x="1385" y="161"/>
                    <a:pt x="1" y="347"/>
                  </a:cubicBezTo>
                  <a:lnTo>
                    <a:pt x="1175" y="304"/>
                  </a:lnTo>
                  <a:lnTo>
                    <a:pt x="1595" y="532"/>
                  </a:lnTo>
                  <a:lnTo>
                    <a:pt x="1965" y="328"/>
                  </a:lnTo>
                  <a:lnTo>
                    <a:pt x="2707" y="396"/>
                  </a:lnTo>
                  <a:lnTo>
                    <a:pt x="2985" y="606"/>
                  </a:lnTo>
                  <a:lnTo>
                    <a:pt x="3380" y="1162"/>
                  </a:lnTo>
                  <a:lnTo>
                    <a:pt x="3584" y="2812"/>
                  </a:lnTo>
                  <a:lnTo>
                    <a:pt x="3745" y="884"/>
                  </a:lnTo>
                  <a:lnTo>
                    <a:pt x="3331" y="186"/>
                  </a:lnTo>
                  <a:cubicBezTo>
                    <a:pt x="3337" y="186"/>
                    <a:pt x="2923" y="1"/>
                    <a:pt x="2731" y="1"/>
                  </a:cubicBezTo>
                  <a:close/>
                  <a:moveTo>
                    <a:pt x="6451" y="328"/>
                  </a:moveTo>
                  <a:lnTo>
                    <a:pt x="4542" y="279"/>
                  </a:lnTo>
                  <a:lnTo>
                    <a:pt x="3757" y="878"/>
                  </a:lnTo>
                  <a:lnTo>
                    <a:pt x="4313" y="810"/>
                  </a:lnTo>
                  <a:lnTo>
                    <a:pt x="4684" y="532"/>
                  </a:lnTo>
                  <a:lnTo>
                    <a:pt x="5332" y="557"/>
                  </a:lnTo>
                  <a:lnTo>
                    <a:pt x="5820" y="674"/>
                  </a:lnTo>
                  <a:lnTo>
                    <a:pt x="6111" y="1045"/>
                  </a:lnTo>
                  <a:lnTo>
                    <a:pt x="6259" y="625"/>
                  </a:lnTo>
                  <a:lnTo>
                    <a:pt x="7933" y="507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9"/>
            <p:cNvSpPr/>
            <p:nvPr/>
          </p:nvSpPr>
          <p:spPr>
            <a:xfrm>
              <a:off x="6500429" y="3343398"/>
              <a:ext cx="14132" cy="48737"/>
            </a:xfrm>
            <a:custGeom>
              <a:avLst/>
              <a:gdLst/>
              <a:ahLst/>
              <a:cxnLst/>
              <a:rect l="l" t="t" r="r" b="b"/>
              <a:pathLst>
                <a:path w="477" h="1645" extrusionOk="0">
                  <a:moveTo>
                    <a:pt x="1" y="1644"/>
                  </a:moveTo>
                  <a:lnTo>
                    <a:pt x="1" y="1"/>
                  </a:lnTo>
                  <a:lnTo>
                    <a:pt x="477" y="1273"/>
                  </a:ln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9"/>
            <p:cNvSpPr/>
            <p:nvPr/>
          </p:nvSpPr>
          <p:spPr>
            <a:xfrm>
              <a:off x="6365713" y="3407660"/>
              <a:ext cx="116999" cy="21984"/>
            </a:xfrm>
            <a:custGeom>
              <a:avLst/>
              <a:gdLst/>
              <a:ahLst/>
              <a:cxnLst/>
              <a:rect l="l" t="t" r="r" b="b"/>
              <a:pathLst>
                <a:path w="3949" h="742" extrusionOk="0">
                  <a:moveTo>
                    <a:pt x="1" y="266"/>
                  </a:moveTo>
                  <a:lnTo>
                    <a:pt x="1335" y="0"/>
                  </a:lnTo>
                  <a:lnTo>
                    <a:pt x="2602" y="210"/>
                  </a:lnTo>
                  <a:lnTo>
                    <a:pt x="3949" y="291"/>
                  </a:lnTo>
                  <a:lnTo>
                    <a:pt x="2719" y="630"/>
                  </a:lnTo>
                  <a:lnTo>
                    <a:pt x="1020" y="742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9"/>
            <p:cNvSpPr/>
            <p:nvPr/>
          </p:nvSpPr>
          <p:spPr>
            <a:xfrm>
              <a:off x="6365713" y="3415511"/>
              <a:ext cx="116999" cy="40679"/>
            </a:xfrm>
            <a:custGeom>
              <a:avLst/>
              <a:gdLst/>
              <a:ahLst/>
              <a:cxnLst/>
              <a:rect l="l" t="t" r="r" b="b"/>
              <a:pathLst>
                <a:path w="3949" h="1373" extrusionOk="0">
                  <a:moveTo>
                    <a:pt x="279" y="1144"/>
                  </a:moveTo>
                  <a:lnTo>
                    <a:pt x="1" y="1"/>
                  </a:lnTo>
                  <a:lnTo>
                    <a:pt x="1323" y="162"/>
                  </a:lnTo>
                  <a:lnTo>
                    <a:pt x="1996" y="69"/>
                  </a:lnTo>
                  <a:lnTo>
                    <a:pt x="3949" y="26"/>
                  </a:lnTo>
                  <a:lnTo>
                    <a:pt x="3788" y="1354"/>
                  </a:lnTo>
                  <a:lnTo>
                    <a:pt x="2534" y="137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9"/>
            <p:cNvSpPr/>
            <p:nvPr/>
          </p:nvSpPr>
          <p:spPr>
            <a:xfrm>
              <a:off x="6351432" y="3458353"/>
              <a:ext cx="62455" cy="10459"/>
            </a:xfrm>
            <a:custGeom>
              <a:avLst/>
              <a:gdLst/>
              <a:ahLst/>
              <a:cxnLst/>
              <a:rect l="l" t="t" r="r" b="b"/>
              <a:pathLst>
                <a:path w="2108" h="353" extrusionOk="0">
                  <a:moveTo>
                    <a:pt x="1" y="1"/>
                  </a:moveTo>
                  <a:lnTo>
                    <a:pt x="1" y="124"/>
                  </a:lnTo>
                  <a:lnTo>
                    <a:pt x="2108" y="353"/>
                  </a:lnTo>
                  <a:lnTo>
                    <a:pt x="2108" y="19"/>
                  </a:lnTo>
                  <a:lnTo>
                    <a:pt x="1657" y="6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9"/>
            <p:cNvSpPr/>
            <p:nvPr/>
          </p:nvSpPr>
          <p:spPr>
            <a:xfrm>
              <a:off x="6349240" y="3454886"/>
              <a:ext cx="64647" cy="9540"/>
            </a:xfrm>
            <a:custGeom>
              <a:avLst/>
              <a:gdLst/>
              <a:ahLst/>
              <a:cxnLst/>
              <a:rect l="l" t="t" r="r" b="b"/>
              <a:pathLst>
                <a:path w="2182" h="322" extrusionOk="0">
                  <a:moveTo>
                    <a:pt x="1" y="118"/>
                  </a:moveTo>
                  <a:lnTo>
                    <a:pt x="1533" y="0"/>
                  </a:lnTo>
                  <a:lnTo>
                    <a:pt x="2182" y="136"/>
                  </a:lnTo>
                  <a:lnTo>
                    <a:pt x="2064" y="32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9"/>
            <p:cNvSpPr/>
            <p:nvPr/>
          </p:nvSpPr>
          <p:spPr>
            <a:xfrm>
              <a:off x="7172203" y="2371646"/>
              <a:ext cx="15584" cy="19258"/>
            </a:xfrm>
            <a:custGeom>
              <a:avLst/>
              <a:gdLst/>
              <a:ahLst/>
              <a:cxnLst/>
              <a:rect l="l" t="t" r="r" b="b"/>
              <a:pathLst>
                <a:path w="526" h="650" extrusionOk="0">
                  <a:moveTo>
                    <a:pt x="93" y="637"/>
                  </a:moveTo>
                  <a:cubicBezTo>
                    <a:pt x="143" y="643"/>
                    <a:pt x="186" y="649"/>
                    <a:pt x="235" y="630"/>
                  </a:cubicBezTo>
                  <a:cubicBezTo>
                    <a:pt x="266" y="612"/>
                    <a:pt x="297" y="587"/>
                    <a:pt x="322" y="569"/>
                  </a:cubicBezTo>
                  <a:cubicBezTo>
                    <a:pt x="365" y="525"/>
                    <a:pt x="414" y="482"/>
                    <a:pt x="445" y="427"/>
                  </a:cubicBezTo>
                  <a:cubicBezTo>
                    <a:pt x="452" y="420"/>
                    <a:pt x="452" y="420"/>
                    <a:pt x="452" y="414"/>
                  </a:cubicBezTo>
                  <a:cubicBezTo>
                    <a:pt x="458" y="402"/>
                    <a:pt x="458" y="396"/>
                    <a:pt x="464" y="383"/>
                  </a:cubicBezTo>
                  <a:lnTo>
                    <a:pt x="464" y="383"/>
                  </a:lnTo>
                  <a:lnTo>
                    <a:pt x="464" y="371"/>
                  </a:lnTo>
                  <a:cubicBezTo>
                    <a:pt x="464" y="365"/>
                    <a:pt x="476" y="359"/>
                    <a:pt x="476" y="359"/>
                  </a:cubicBezTo>
                  <a:cubicBezTo>
                    <a:pt x="489" y="328"/>
                    <a:pt x="507" y="297"/>
                    <a:pt x="513" y="266"/>
                  </a:cubicBezTo>
                  <a:cubicBezTo>
                    <a:pt x="520" y="235"/>
                    <a:pt x="526" y="204"/>
                    <a:pt x="526" y="179"/>
                  </a:cubicBezTo>
                  <a:lnTo>
                    <a:pt x="526" y="142"/>
                  </a:lnTo>
                  <a:lnTo>
                    <a:pt x="526" y="136"/>
                  </a:lnTo>
                  <a:lnTo>
                    <a:pt x="526" y="124"/>
                  </a:lnTo>
                  <a:lnTo>
                    <a:pt x="526" y="81"/>
                  </a:lnTo>
                  <a:cubicBezTo>
                    <a:pt x="526" y="44"/>
                    <a:pt x="507" y="19"/>
                    <a:pt x="464" y="13"/>
                  </a:cubicBezTo>
                  <a:cubicBezTo>
                    <a:pt x="433" y="0"/>
                    <a:pt x="396" y="25"/>
                    <a:pt x="390" y="62"/>
                  </a:cubicBezTo>
                  <a:cubicBezTo>
                    <a:pt x="390" y="74"/>
                    <a:pt x="384" y="87"/>
                    <a:pt x="384" y="93"/>
                  </a:cubicBezTo>
                  <a:lnTo>
                    <a:pt x="384" y="105"/>
                  </a:lnTo>
                  <a:lnTo>
                    <a:pt x="371" y="112"/>
                  </a:lnTo>
                  <a:cubicBezTo>
                    <a:pt x="365" y="124"/>
                    <a:pt x="359" y="142"/>
                    <a:pt x="359" y="155"/>
                  </a:cubicBezTo>
                  <a:lnTo>
                    <a:pt x="359" y="167"/>
                  </a:lnTo>
                  <a:lnTo>
                    <a:pt x="353" y="173"/>
                  </a:lnTo>
                  <a:cubicBezTo>
                    <a:pt x="334" y="204"/>
                    <a:pt x="322" y="241"/>
                    <a:pt x="297" y="272"/>
                  </a:cubicBezTo>
                  <a:cubicBezTo>
                    <a:pt x="291" y="272"/>
                    <a:pt x="291" y="278"/>
                    <a:pt x="279" y="278"/>
                  </a:cubicBezTo>
                  <a:lnTo>
                    <a:pt x="266" y="297"/>
                  </a:lnTo>
                  <a:lnTo>
                    <a:pt x="235" y="328"/>
                  </a:lnTo>
                  <a:cubicBezTo>
                    <a:pt x="229" y="334"/>
                    <a:pt x="211" y="340"/>
                    <a:pt x="204" y="359"/>
                  </a:cubicBezTo>
                  <a:lnTo>
                    <a:pt x="186" y="371"/>
                  </a:lnTo>
                  <a:lnTo>
                    <a:pt x="186" y="371"/>
                  </a:lnTo>
                  <a:lnTo>
                    <a:pt x="118" y="420"/>
                  </a:lnTo>
                  <a:cubicBezTo>
                    <a:pt x="93" y="433"/>
                    <a:pt x="75" y="451"/>
                    <a:pt x="56" y="476"/>
                  </a:cubicBezTo>
                  <a:cubicBezTo>
                    <a:pt x="50" y="482"/>
                    <a:pt x="44" y="495"/>
                    <a:pt x="31" y="507"/>
                  </a:cubicBezTo>
                  <a:cubicBezTo>
                    <a:pt x="1" y="544"/>
                    <a:pt x="44" y="630"/>
                    <a:pt x="93" y="63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9"/>
            <p:cNvSpPr/>
            <p:nvPr/>
          </p:nvSpPr>
          <p:spPr>
            <a:xfrm>
              <a:off x="7013133" y="2430219"/>
              <a:ext cx="4237" cy="11377"/>
            </a:xfrm>
            <a:custGeom>
              <a:avLst/>
              <a:gdLst/>
              <a:ahLst/>
              <a:cxnLst/>
              <a:rect l="l" t="t" r="r" b="b"/>
              <a:pathLst>
                <a:path w="143" h="384" extrusionOk="0">
                  <a:moveTo>
                    <a:pt x="25" y="272"/>
                  </a:moveTo>
                  <a:cubicBezTo>
                    <a:pt x="38" y="297"/>
                    <a:pt x="38" y="322"/>
                    <a:pt x="44" y="340"/>
                  </a:cubicBezTo>
                  <a:cubicBezTo>
                    <a:pt x="50" y="383"/>
                    <a:pt x="112" y="383"/>
                    <a:pt x="118" y="340"/>
                  </a:cubicBezTo>
                  <a:cubicBezTo>
                    <a:pt x="131" y="322"/>
                    <a:pt x="137" y="297"/>
                    <a:pt x="137" y="272"/>
                  </a:cubicBezTo>
                  <a:cubicBezTo>
                    <a:pt x="143" y="247"/>
                    <a:pt x="143" y="217"/>
                    <a:pt x="143" y="198"/>
                  </a:cubicBezTo>
                  <a:cubicBezTo>
                    <a:pt x="143" y="173"/>
                    <a:pt x="143" y="149"/>
                    <a:pt x="137" y="124"/>
                  </a:cubicBezTo>
                  <a:cubicBezTo>
                    <a:pt x="137" y="99"/>
                    <a:pt x="137" y="81"/>
                    <a:pt x="131" y="56"/>
                  </a:cubicBezTo>
                  <a:cubicBezTo>
                    <a:pt x="131" y="25"/>
                    <a:pt x="106" y="0"/>
                    <a:pt x="75" y="0"/>
                  </a:cubicBezTo>
                  <a:cubicBezTo>
                    <a:pt x="44" y="0"/>
                    <a:pt x="19" y="25"/>
                    <a:pt x="19" y="56"/>
                  </a:cubicBezTo>
                  <a:cubicBezTo>
                    <a:pt x="19" y="81"/>
                    <a:pt x="19" y="99"/>
                    <a:pt x="13" y="124"/>
                  </a:cubicBezTo>
                  <a:cubicBezTo>
                    <a:pt x="13" y="149"/>
                    <a:pt x="1" y="173"/>
                    <a:pt x="1" y="198"/>
                  </a:cubicBezTo>
                  <a:cubicBezTo>
                    <a:pt x="19" y="217"/>
                    <a:pt x="19" y="247"/>
                    <a:pt x="25" y="27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9"/>
            <p:cNvSpPr/>
            <p:nvPr/>
          </p:nvSpPr>
          <p:spPr>
            <a:xfrm>
              <a:off x="7052686" y="2490422"/>
              <a:ext cx="11377" cy="11584"/>
            </a:xfrm>
            <a:custGeom>
              <a:avLst/>
              <a:gdLst/>
              <a:ahLst/>
              <a:cxnLst/>
              <a:rect l="l" t="t" r="r" b="b"/>
              <a:pathLst>
                <a:path w="384" h="391" extrusionOk="0">
                  <a:moveTo>
                    <a:pt x="13" y="372"/>
                  </a:moveTo>
                  <a:cubicBezTo>
                    <a:pt x="31" y="390"/>
                    <a:pt x="62" y="390"/>
                    <a:pt x="74" y="372"/>
                  </a:cubicBezTo>
                  <a:cubicBezTo>
                    <a:pt x="99" y="347"/>
                    <a:pt x="124" y="335"/>
                    <a:pt x="155" y="310"/>
                  </a:cubicBezTo>
                  <a:lnTo>
                    <a:pt x="223" y="242"/>
                  </a:lnTo>
                  <a:lnTo>
                    <a:pt x="359" y="100"/>
                  </a:lnTo>
                  <a:cubicBezTo>
                    <a:pt x="383" y="75"/>
                    <a:pt x="383" y="50"/>
                    <a:pt x="359" y="26"/>
                  </a:cubicBezTo>
                  <a:cubicBezTo>
                    <a:pt x="340" y="1"/>
                    <a:pt x="309" y="1"/>
                    <a:pt x="284" y="26"/>
                  </a:cubicBezTo>
                  <a:lnTo>
                    <a:pt x="142" y="162"/>
                  </a:lnTo>
                  <a:lnTo>
                    <a:pt x="74" y="236"/>
                  </a:lnTo>
                  <a:cubicBezTo>
                    <a:pt x="50" y="254"/>
                    <a:pt x="31" y="285"/>
                    <a:pt x="13" y="310"/>
                  </a:cubicBezTo>
                  <a:cubicBezTo>
                    <a:pt x="0" y="328"/>
                    <a:pt x="0" y="359"/>
                    <a:pt x="13" y="37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9"/>
            <p:cNvSpPr/>
            <p:nvPr/>
          </p:nvSpPr>
          <p:spPr>
            <a:xfrm>
              <a:off x="7273440" y="3181958"/>
              <a:ext cx="6785" cy="8651"/>
            </a:xfrm>
            <a:custGeom>
              <a:avLst/>
              <a:gdLst/>
              <a:ahLst/>
              <a:cxnLst/>
              <a:rect l="l" t="t" r="r" b="b"/>
              <a:pathLst>
                <a:path w="229" h="292" extrusionOk="0">
                  <a:moveTo>
                    <a:pt x="0" y="229"/>
                  </a:moveTo>
                  <a:cubicBezTo>
                    <a:pt x="0" y="248"/>
                    <a:pt x="6" y="260"/>
                    <a:pt x="25" y="266"/>
                  </a:cubicBezTo>
                  <a:cubicBezTo>
                    <a:pt x="31" y="279"/>
                    <a:pt x="37" y="285"/>
                    <a:pt x="56" y="285"/>
                  </a:cubicBezTo>
                  <a:cubicBezTo>
                    <a:pt x="68" y="291"/>
                    <a:pt x="93" y="291"/>
                    <a:pt x="105" y="285"/>
                  </a:cubicBezTo>
                  <a:cubicBezTo>
                    <a:pt x="136" y="279"/>
                    <a:pt x="161" y="260"/>
                    <a:pt x="185" y="235"/>
                  </a:cubicBezTo>
                  <a:cubicBezTo>
                    <a:pt x="192" y="229"/>
                    <a:pt x="210" y="223"/>
                    <a:pt x="210" y="217"/>
                  </a:cubicBezTo>
                  <a:cubicBezTo>
                    <a:pt x="216" y="205"/>
                    <a:pt x="216" y="192"/>
                    <a:pt x="222" y="186"/>
                  </a:cubicBezTo>
                  <a:cubicBezTo>
                    <a:pt x="229" y="168"/>
                    <a:pt x="229" y="143"/>
                    <a:pt x="229" y="130"/>
                  </a:cubicBezTo>
                  <a:cubicBezTo>
                    <a:pt x="229" y="93"/>
                    <a:pt x="222" y="50"/>
                    <a:pt x="192" y="19"/>
                  </a:cubicBezTo>
                  <a:cubicBezTo>
                    <a:pt x="179" y="7"/>
                    <a:pt x="148" y="1"/>
                    <a:pt x="124" y="7"/>
                  </a:cubicBezTo>
                  <a:lnTo>
                    <a:pt x="105" y="7"/>
                  </a:lnTo>
                  <a:cubicBezTo>
                    <a:pt x="87" y="7"/>
                    <a:pt x="68" y="19"/>
                    <a:pt x="68" y="44"/>
                  </a:cubicBezTo>
                  <a:cubicBezTo>
                    <a:pt x="68" y="62"/>
                    <a:pt x="74" y="75"/>
                    <a:pt x="93" y="81"/>
                  </a:cubicBezTo>
                  <a:cubicBezTo>
                    <a:pt x="93" y="93"/>
                    <a:pt x="99" y="93"/>
                    <a:pt x="99" y="100"/>
                  </a:cubicBezTo>
                  <a:lnTo>
                    <a:pt x="99" y="100"/>
                  </a:lnTo>
                  <a:lnTo>
                    <a:pt x="99" y="93"/>
                  </a:lnTo>
                  <a:lnTo>
                    <a:pt x="99" y="100"/>
                  </a:lnTo>
                  <a:lnTo>
                    <a:pt x="99" y="100"/>
                  </a:lnTo>
                  <a:lnTo>
                    <a:pt x="99" y="106"/>
                  </a:lnTo>
                  <a:lnTo>
                    <a:pt x="99" y="106"/>
                  </a:lnTo>
                  <a:lnTo>
                    <a:pt x="99" y="112"/>
                  </a:lnTo>
                  <a:cubicBezTo>
                    <a:pt x="99" y="124"/>
                    <a:pt x="99" y="130"/>
                    <a:pt x="93" y="137"/>
                  </a:cubicBezTo>
                  <a:cubicBezTo>
                    <a:pt x="93" y="143"/>
                    <a:pt x="93" y="143"/>
                    <a:pt x="87" y="155"/>
                  </a:cubicBezTo>
                  <a:cubicBezTo>
                    <a:pt x="74" y="161"/>
                    <a:pt x="74" y="168"/>
                    <a:pt x="74" y="174"/>
                  </a:cubicBezTo>
                  <a:lnTo>
                    <a:pt x="74" y="174"/>
                  </a:lnTo>
                  <a:lnTo>
                    <a:pt x="68" y="186"/>
                  </a:lnTo>
                  <a:lnTo>
                    <a:pt x="68" y="186"/>
                  </a:lnTo>
                  <a:lnTo>
                    <a:pt x="62" y="186"/>
                  </a:lnTo>
                  <a:lnTo>
                    <a:pt x="68" y="186"/>
                  </a:lnTo>
                  <a:lnTo>
                    <a:pt x="68" y="186"/>
                  </a:lnTo>
                  <a:cubicBezTo>
                    <a:pt x="62" y="186"/>
                    <a:pt x="56" y="174"/>
                    <a:pt x="43" y="174"/>
                  </a:cubicBezTo>
                  <a:cubicBezTo>
                    <a:pt x="37" y="174"/>
                    <a:pt x="31" y="174"/>
                    <a:pt x="43" y="174"/>
                  </a:cubicBezTo>
                  <a:cubicBezTo>
                    <a:pt x="31" y="174"/>
                    <a:pt x="12" y="174"/>
                    <a:pt x="6" y="186"/>
                  </a:cubicBezTo>
                  <a:cubicBezTo>
                    <a:pt x="0" y="198"/>
                    <a:pt x="0" y="217"/>
                    <a:pt x="0" y="22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9"/>
            <p:cNvSpPr/>
            <p:nvPr/>
          </p:nvSpPr>
          <p:spPr>
            <a:xfrm>
              <a:off x="7239754" y="3162196"/>
              <a:ext cx="6074" cy="17065"/>
            </a:xfrm>
            <a:custGeom>
              <a:avLst/>
              <a:gdLst/>
              <a:ahLst/>
              <a:cxnLst/>
              <a:rect l="l" t="t" r="r" b="b"/>
              <a:pathLst>
                <a:path w="205" h="576" extrusionOk="0">
                  <a:moveTo>
                    <a:pt x="25" y="550"/>
                  </a:moveTo>
                  <a:cubicBezTo>
                    <a:pt x="37" y="575"/>
                    <a:pt x="68" y="575"/>
                    <a:pt x="93" y="557"/>
                  </a:cubicBezTo>
                  <a:cubicBezTo>
                    <a:pt x="124" y="526"/>
                    <a:pt x="124" y="482"/>
                    <a:pt x="142" y="439"/>
                  </a:cubicBezTo>
                  <a:cubicBezTo>
                    <a:pt x="149" y="402"/>
                    <a:pt x="155" y="359"/>
                    <a:pt x="161" y="316"/>
                  </a:cubicBezTo>
                  <a:cubicBezTo>
                    <a:pt x="179" y="241"/>
                    <a:pt x="192" y="155"/>
                    <a:pt x="204" y="68"/>
                  </a:cubicBezTo>
                  <a:cubicBezTo>
                    <a:pt x="204" y="50"/>
                    <a:pt x="192" y="13"/>
                    <a:pt x="173" y="7"/>
                  </a:cubicBezTo>
                  <a:cubicBezTo>
                    <a:pt x="149" y="0"/>
                    <a:pt x="118" y="19"/>
                    <a:pt x="111" y="38"/>
                  </a:cubicBezTo>
                  <a:cubicBezTo>
                    <a:pt x="87" y="124"/>
                    <a:pt x="68" y="204"/>
                    <a:pt x="56" y="285"/>
                  </a:cubicBezTo>
                  <a:lnTo>
                    <a:pt x="31" y="402"/>
                  </a:lnTo>
                  <a:cubicBezTo>
                    <a:pt x="19" y="458"/>
                    <a:pt x="0" y="513"/>
                    <a:pt x="25" y="55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9"/>
            <p:cNvSpPr/>
            <p:nvPr/>
          </p:nvSpPr>
          <p:spPr>
            <a:xfrm>
              <a:off x="7245798" y="3063181"/>
              <a:ext cx="4770" cy="13747"/>
            </a:xfrm>
            <a:custGeom>
              <a:avLst/>
              <a:gdLst/>
              <a:ahLst/>
              <a:cxnLst/>
              <a:rect l="l" t="t" r="r" b="b"/>
              <a:pathLst>
                <a:path w="161" h="464" extrusionOk="0">
                  <a:moveTo>
                    <a:pt x="43" y="439"/>
                  </a:moveTo>
                  <a:cubicBezTo>
                    <a:pt x="62" y="408"/>
                    <a:pt x="68" y="377"/>
                    <a:pt x="74" y="346"/>
                  </a:cubicBezTo>
                  <a:cubicBezTo>
                    <a:pt x="80" y="315"/>
                    <a:pt x="99" y="284"/>
                    <a:pt x="105" y="253"/>
                  </a:cubicBezTo>
                  <a:cubicBezTo>
                    <a:pt x="130" y="192"/>
                    <a:pt x="136" y="130"/>
                    <a:pt x="155" y="68"/>
                  </a:cubicBezTo>
                  <a:cubicBezTo>
                    <a:pt x="161" y="25"/>
                    <a:pt x="93" y="0"/>
                    <a:pt x="74" y="43"/>
                  </a:cubicBezTo>
                  <a:cubicBezTo>
                    <a:pt x="62" y="105"/>
                    <a:pt x="37" y="167"/>
                    <a:pt x="25" y="229"/>
                  </a:cubicBezTo>
                  <a:cubicBezTo>
                    <a:pt x="19" y="260"/>
                    <a:pt x="13" y="291"/>
                    <a:pt x="13" y="321"/>
                  </a:cubicBezTo>
                  <a:cubicBezTo>
                    <a:pt x="6" y="352"/>
                    <a:pt x="0" y="383"/>
                    <a:pt x="0" y="426"/>
                  </a:cubicBezTo>
                  <a:cubicBezTo>
                    <a:pt x="0" y="457"/>
                    <a:pt x="31" y="463"/>
                    <a:pt x="43" y="43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9"/>
            <p:cNvSpPr/>
            <p:nvPr/>
          </p:nvSpPr>
          <p:spPr>
            <a:xfrm>
              <a:off x="7363300" y="2785127"/>
              <a:ext cx="6074" cy="11762"/>
            </a:xfrm>
            <a:custGeom>
              <a:avLst/>
              <a:gdLst/>
              <a:ahLst/>
              <a:cxnLst/>
              <a:rect l="l" t="t" r="r" b="b"/>
              <a:pathLst>
                <a:path w="205" h="397" extrusionOk="0">
                  <a:moveTo>
                    <a:pt x="38" y="371"/>
                  </a:moveTo>
                  <a:cubicBezTo>
                    <a:pt x="75" y="396"/>
                    <a:pt x="124" y="377"/>
                    <a:pt x="149" y="340"/>
                  </a:cubicBezTo>
                  <a:cubicBezTo>
                    <a:pt x="155" y="328"/>
                    <a:pt x="161" y="310"/>
                    <a:pt x="161" y="297"/>
                  </a:cubicBezTo>
                  <a:cubicBezTo>
                    <a:pt x="173" y="272"/>
                    <a:pt x="173" y="248"/>
                    <a:pt x="180" y="223"/>
                  </a:cubicBezTo>
                  <a:cubicBezTo>
                    <a:pt x="186" y="204"/>
                    <a:pt x="186" y="180"/>
                    <a:pt x="192" y="155"/>
                  </a:cubicBezTo>
                  <a:cubicBezTo>
                    <a:pt x="192" y="143"/>
                    <a:pt x="204" y="124"/>
                    <a:pt x="204" y="112"/>
                  </a:cubicBezTo>
                  <a:cubicBezTo>
                    <a:pt x="204" y="93"/>
                    <a:pt x="204" y="87"/>
                    <a:pt x="192" y="69"/>
                  </a:cubicBezTo>
                  <a:cubicBezTo>
                    <a:pt x="192" y="50"/>
                    <a:pt x="180" y="19"/>
                    <a:pt x="149" y="7"/>
                  </a:cubicBezTo>
                  <a:cubicBezTo>
                    <a:pt x="118" y="1"/>
                    <a:pt x="93" y="19"/>
                    <a:pt x="81" y="38"/>
                  </a:cubicBezTo>
                  <a:cubicBezTo>
                    <a:pt x="62" y="62"/>
                    <a:pt x="50" y="87"/>
                    <a:pt x="50" y="112"/>
                  </a:cubicBezTo>
                  <a:cubicBezTo>
                    <a:pt x="38" y="130"/>
                    <a:pt x="38" y="149"/>
                    <a:pt x="31" y="174"/>
                  </a:cubicBezTo>
                  <a:cubicBezTo>
                    <a:pt x="25" y="192"/>
                    <a:pt x="25" y="211"/>
                    <a:pt x="19" y="235"/>
                  </a:cubicBezTo>
                  <a:cubicBezTo>
                    <a:pt x="7" y="254"/>
                    <a:pt x="7" y="285"/>
                    <a:pt x="7" y="310"/>
                  </a:cubicBezTo>
                  <a:cubicBezTo>
                    <a:pt x="1" y="334"/>
                    <a:pt x="19" y="359"/>
                    <a:pt x="38" y="37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9"/>
            <p:cNvSpPr/>
            <p:nvPr/>
          </p:nvSpPr>
          <p:spPr>
            <a:xfrm>
              <a:off x="7347746" y="2781660"/>
              <a:ext cx="7170" cy="5155"/>
            </a:xfrm>
            <a:custGeom>
              <a:avLst/>
              <a:gdLst/>
              <a:ahLst/>
              <a:cxnLst/>
              <a:rect l="l" t="t" r="r" b="b"/>
              <a:pathLst>
                <a:path w="242" h="174" extrusionOk="0">
                  <a:moveTo>
                    <a:pt x="0" y="118"/>
                  </a:moveTo>
                  <a:cubicBezTo>
                    <a:pt x="0" y="136"/>
                    <a:pt x="0" y="149"/>
                    <a:pt x="19" y="155"/>
                  </a:cubicBezTo>
                  <a:cubicBezTo>
                    <a:pt x="25" y="167"/>
                    <a:pt x="37" y="167"/>
                    <a:pt x="56" y="167"/>
                  </a:cubicBezTo>
                  <a:cubicBezTo>
                    <a:pt x="62" y="167"/>
                    <a:pt x="68" y="173"/>
                    <a:pt x="87" y="173"/>
                  </a:cubicBezTo>
                  <a:cubicBezTo>
                    <a:pt x="93" y="173"/>
                    <a:pt x="99" y="173"/>
                    <a:pt x="118" y="167"/>
                  </a:cubicBezTo>
                  <a:cubicBezTo>
                    <a:pt x="130" y="167"/>
                    <a:pt x="136" y="155"/>
                    <a:pt x="155" y="149"/>
                  </a:cubicBezTo>
                  <a:lnTo>
                    <a:pt x="204" y="124"/>
                  </a:lnTo>
                  <a:cubicBezTo>
                    <a:pt x="223" y="111"/>
                    <a:pt x="241" y="81"/>
                    <a:pt x="223" y="50"/>
                  </a:cubicBezTo>
                  <a:cubicBezTo>
                    <a:pt x="217" y="19"/>
                    <a:pt x="180" y="0"/>
                    <a:pt x="155" y="13"/>
                  </a:cubicBezTo>
                  <a:cubicBezTo>
                    <a:pt x="136" y="19"/>
                    <a:pt x="124" y="19"/>
                    <a:pt x="112" y="25"/>
                  </a:cubicBezTo>
                  <a:cubicBezTo>
                    <a:pt x="93" y="31"/>
                    <a:pt x="87" y="31"/>
                    <a:pt x="68" y="43"/>
                  </a:cubicBezTo>
                  <a:cubicBezTo>
                    <a:pt x="62" y="43"/>
                    <a:pt x="62" y="50"/>
                    <a:pt x="56" y="56"/>
                  </a:cubicBezTo>
                  <a:cubicBezTo>
                    <a:pt x="44" y="62"/>
                    <a:pt x="37" y="74"/>
                    <a:pt x="31" y="87"/>
                  </a:cubicBezTo>
                  <a:cubicBezTo>
                    <a:pt x="7" y="93"/>
                    <a:pt x="0" y="105"/>
                    <a:pt x="0" y="1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39"/>
            <p:cNvSpPr/>
            <p:nvPr/>
          </p:nvSpPr>
          <p:spPr>
            <a:xfrm>
              <a:off x="7327599" y="2741189"/>
              <a:ext cx="6074" cy="10103"/>
            </a:xfrm>
            <a:custGeom>
              <a:avLst/>
              <a:gdLst/>
              <a:ahLst/>
              <a:cxnLst/>
              <a:rect l="l" t="t" r="r" b="b"/>
              <a:pathLst>
                <a:path w="205" h="341" extrusionOk="0">
                  <a:moveTo>
                    <a:pt x="38" y="328"/>
                  </a:moveTo>
                  <a:cubicBezTo>
                    <a:pt x="56" y="316"/>
                    <a:pt x="63" y="310"/>
                    <a:pt x="69" y="297"/>
                  </a:cubicBezTo>
                  <a:cubicBezTo>
                    <a:pt x="81" y="285"/>
                    <a:pt x="87" y="273"/>
                    <a:pt x="93" y="267"/>
                  </a:cubicBezTo>
                  <a:cubicBezTo>
                    <a:pt x="112" y="242"/>
                    <a:pt x="118" y="223"/>
                    <a:pt x="131" y="205"/>
                  </a:cubicBezTo>
                  <a:cubicBezTo>
                    <a:pt x="155" y="162"/>
                    <a:pt x="180" y="118"/>
                    <a:pt x="192" y="69"/>
                  </a:cubicBezTo>
                  <a:cubicBezTo>
                    <a:pt x="205" y="50"/>
                    <a:pt x="205" y="26"/>
                    <a:pt x="180" y="7"/>
                  </a:cubicBezTo>
                  <a:cubicBezTo>
                    <a:pt x="155" y="1"/>
                    <a:pt x="131" y="1"/>
                    <a:pt x="118" y="26"/>
                  </a:cubicBezTo>
                  <a:cubicBezTo>
                    <a:pt x="93" y="69"/>
                    <a:pt x="63" y="112"/>
                    <a:pt x="50" y="155"/>
                  </a:cubicBezTo>
                  <a:cubicBezTo>
                    <a:pt x="38" y="180"/>
                    <a:pt x="32" y="205"/>
                    <a:pt x="25" y="217"/>
                  </a:cubicBezTo>
                  <a:cubicBezTo>
                    <a:pt x="19" y="242"/>
                    <a:pt x="1" y="267"/>
                    <a:pt x="1" y="285"/>
                  </a:cubicBezTo>
                  <a:cubicBezTo>
                    <a:pt x="1" y="328"/>
                    <a:pt x="25" y="341"/>
                    <a:pt x="38" y="32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9"/>
            <p:cNvSpPr/>
            <p:nvPr/>
          </p:nvSpPr>
          <p:spPr>
            <a:xfrm>
              <a:off x="7358530" y="2849922"/>
              <a:ext cx="8266" cy="4800"/>
            </a:xfrm>
            <a:custGeom>
              <a:avLst/>
              <a:gdLst/>
              <a:ahLst/>
              <a:cxnLst/>
              <a:rect l="l" t="t" r="r" b="b"/>
              <a:pathLst>
                <a:path w="279" h="162" extrusionOk="0">
                  <a:moveTo>
                    <a:pt x="38" y="149"/>
                  </a:moveTo>
                  <a:cubicBezTo>
                    <a:pt x="38" y="149"/>
                    <a:pt x="44" y="149"/>
                    <a:pt x="44" y="155"/>
                  </a:cubicBezTo>
                  <a:cubicBezTo>
                    <a:pt x="63" y="161"/>
                    <a:pt x="69" y="155"/>
                    <a:pt x="87" y="155"/>
                  </a:cubicBezTo>
                  <a:cubicBezTo>
                    <a:pt x="100" y="149"/>
                    <a:pt x="124" y="149"/>
                    <a:pt x="137" y="137"/>
                  </a:cubicBezTo>
                  <a:cubicBezTo>
                    <a:pt x="155" y="130"/>
                    <a:pt x="180" y="130"/>
                    <a:pt x="192" y="124"/>
                  </a:cubicBezTo>
                  <a:cubicBezTo>
                    <a:pt x="211" y="124"/>
                    <a:pt x="217" y="118"/>
                    <a:pt x="229" y="106"/>
                  </a:cubicBezTo>
                  <a:cubicBezTo>
                    <a:pt x="242" y="100"/>
                    <a:pt x="248" y="93"/>
                    <a:pt x="260" y="87"/>
                  </a:cubicBezTo>
                  <a:cubicBezTo>
                    <a:pt x="273" y="69"/>
                    <a:pt x="279" y="56"/>
                    <a:pt x="279" y="38"/>
                  </a:cubicBezTo>
                  <a:cubicBezTo>
                    <a:pt x="273" y="25"/>
                    <a:pt x="260" y="7"/>
                    <a:pt x="248" y="7"/>
                  </a:cubicBezTo>
                  <a:cubicBezTo>
                    <a:pt x="229" y="7"/>
                    <a:pt x="223" y="1"/>
                    <a:pt x="211" y="1"/>
                  </a:cubicBezTo>
                  <a:cubicBezTo>
                    <a:pt x="192" y="1"/>
                    <a:pt x="186" y="7"/>
                    <a:pt x="168" y="7"/>
                  </a:cubicBezTo>
                  <a:cubicBezTo>
                    <a:pt x="155" y="13"/>
                    <a:pt x="131" y="25"/>
                    <a:pt x="118" y="25"/>
                  </a:cubicBezTo>
                  <a:cubicBezTo>
                    <a:pt x="100" y="32"/>
                    <a:pt x="75" y="38"/>
                    <a:pt x="63" y="38"/>
                  </a:cubicBezTo>
                  <a:cubicBezTo>
                    <a:pt x="44" y="44"/>
                    <a:pt x="38" y="44"/>
                    <a:pt x="32" y="56"/>
                  </a:cubicBezTo>
                  <a:lnTo>
                    <a:pt x="13" y="69"/>
                  </a:lnTo>
                  <a:cubicBezTo>
                    <a:pt x="7" y="87"/>
                    <a:pt x="1" y="93"/>
                    <a:pt x="7" y="106"/>
                  </a:cubicBezTo>
                  <a:cubicBezTo>
                    <a:pt x="7" y="130"/>
                    <a:pt x="26" y="137"/>
                    <a:pt x="38" y="14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9"/>
            <p:cNvSpPr/>
            <p:nvPr/>
          </p:nvSpPr>
          <p:spPr>
            <a:xfrm>
              <a:off x="7272522" y="2842426"/>
              <a:ext cx="5866" cy="5896"/>
            </a:xfrm>
            <a:custGeom>
              <a:avLst/>
              <a:gdLst/>
              <a:ahLst/>
              <a:cxnLst/>
              <a:rect l="l" t="t" r="r" b="b"/>
              <a:pathLst>
                <a:path w="198" h="199" extrusionOk="0">
                  <a:moveTo>
                    <a:pt x="37" y="192"/>
                  </a:moveTo>
                  <a:cubicBezTo>
                    <a:pt x="37" y="192"/>
                    <a:pt x="43" y="192"/>
                    <a:pt x="43" y="186"/>
                  </a:cubicBezTo>
                  <a:cubicBezTo>
                    <a:pt x="56" y="186"/>
                    <a:pt x="56" y="173"/>
                    <a:pt x="62" y="173"/>
                  </a:cubicBezTo>
                  <a:lnTo>
                    <a:pt x="74" y="161"/>
                  </a:lnTo>
                  <a:cubicBezTo>
                    <a:pt x="93" y="149"/>
                    <a:pt x="99" y="136"/>
                    <a:pt x="118" y="130"/>
                  </a:cubicBezTo>
                  <a:cubicBezTo>
                    <a:pt x="136" y="112"/>
                    <a:pt x="161" y="93"/>
                    <a:pt x="186" y="74"/>
                  </a:cubicBezTo>
                  <a:cubicBezTo>
                    <a:pt x="192" y="68"/>
                    <a:pt x="198" y="50"/>
                    <a:pt x="198" y="44"/>
                  </a:cubicBezTo>
                  <a:cubicBezTo>
                    <a:pt x="198" y="37"/>
                    <a:pt x="192" y="19"/>
                    <a:pt x="186" y="13"/>
                  </a:cubicBezTo>
                  <a:cubicBezTo>
                    <a:pt x="179" y="7"/>
                    <a:pt x="161" y="0"/>
                    <a:pt x="155" y="0"/>
                  </a:cubicBezTo>
                  <a:cubicBezTo>
                    <a:pt x="148" y="0"/>
                    <a:pt x="130" y="7"/>
                    <a:pt x="124" y="13"/>
                  </a:cubicBezTo>
                  <a:cubicBezTo>
                    <a:pt x="105" y="37"/>
                    <a:pt x="87" y="62"/>
                    <a:pt x="68" y="81"/>
                  </a:cubicBezTo>
                  <a:cubicBezTo>
                    <a:pt x="62" y="93"/>
                    <a:pt x="56" y="105"/>
                    <a:pt x="37" y="112"/>
                  </a:cubicBezTo>
                  <a:lnTo>
                    <a:pt x="25" y="130"/>
                  </a:lnTo>
                  <a:cubicBezTo>
                    <a:pt x="25" y="136"/>
                    <a:pt x="13" y="136"/>
                    <a:pt x="13" y="142"/>
                  </a:cubicBezTo>
                  <a:cubicBezTo>
                    <a:pt x="13" y="155"/>
                    <a:pt x="6" y="155"/>
                    <a:pt x="6" y="161"/>
                  </a:cubicBezTo>
                  <a:cubicBezTo>
                    <a:pt x="0" y="186"/>
                    <a:pt x="13" y="198"/>
                    <a:pt x="37" y="19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9"/>
            <p:cNvSpPr/>
            <p:nvPr/>
          </p:nvSpPr>
          <p:spPr>
            <a:xfrm>
              <a:off x="7411267" y="2730049"/>
              <a:ext cx="8977" cy="8977"/>
            </a:xfrm>
            <a:custGeom>
              <a:avLst/>
              <a:gdLst/>
              <a:ahLst/>
              <a:cxnLst/>
              <a:rect l="l" t="t" r="r" b="b"/>
              <a:pathLst>
                <a:path w="303" h="303" extrusionOk="0">
                  <a:moveTo>
                    <a:pt x="19" y="284"/>
                  </a:moveTo>
                  <a:cubicBezTo>
                    <a:pt x="37" y="303"/>
                    <a:pt x="56" y="303"/>
                    <a:pt x="74" y="290"/>
                  </a:cubicBezTo>
                  <a:cubicBezTo>
                    <a:pt x="80" y="284"/>
                    <a:pt x="87" y="284"/>
                    <a:pt x="105" y="278"/>
                  </a:cubicBezTo>
                  <a:cubicBezTo>
                    <a:pt x="118" y="272"/>
                    <a:pt x="130" y="259"/>
                    <a:pt x="136" y="247"/>
                  </a:cubicBezTo>
                  <a:lnTo>
                    <a:pt x="179" y="198"/>
                  </a:lnTo>
                  <a:lnTo>
                    <a:pt x="284" y="105"/>
                  </a:lnTo>
                  <a:cubicBezTo>
                    <a:pt x="303" y="87"/>
                    <a:pt x="303" y="43"/>
                    <a:pt x="284" y="25"/>
                  </a:cubicBezTo>
                  <a:cubicBezTo>
                    <a:pt x="260" y="0"/>
                    <a:pt x="223" y="0"/>
                    <a:pt x="198" y="25"/>
                  </a:cubicBezTo>
                  <a:lnTo>
                    <a:pt x="105" y="117"/>
                  </a:lnTo>
                  <a:lnTo>
                    <a:pt x="56" y="161"/>
                  </a:lnTo>
                  <a:lnTo>
                    <a:pt x="25" y="192"/>
                  </a:lnTo>
                  <a:cubicBezTo>
                    <a:pt x="19" y="198"/>
                    <a:pt x="19" y="210"/>
                    <a:pt x="13" y="222"/>
                  </a:cubicBezTo>
                  <a:cubicBezTo>
                    <a:pt x="0" y="247"/>
                    <a:pt x="0" y="272"/>
                    <a:pt x="19" y="28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9"/>
            <p:cNvSpPr/>
            <p:nvPr/>
          </p:nvSpPr>
          <p:spPr>
            <a:xfrm>
              <a:off x="6467128" y="2694704"/>
              <a:ext cx="4592" cy="15229"/>
            </a:xfrm>
            <a:custGeom>
              <a:avLst/>
              <a:gdLst/>
              <a:ahLst/>
              <a:cxnLst/>
              <a:rect l="l" t="t" r="r" b="b"/>
              <a:pathLst>
                <a:path w="155" h="514" extrusionOk="0">
                  <a:moveTo>
                    <a:pt x="31" y="476"/>
                  </a:moveTo>
                  <a:cubicBezTo>
                    <a:pt x="56" y="513"/>
                    <a:pt x="106" y="513"/>
                    <a:pt x="130" y="476"/>
                  </a:cubicBezTo>
                  <a:cubicBezTo>
                    <a:pt x="149" y="452"/>
                    <a:pt x="155" y="433"/>
                    <a:pt x="155" y="402"/>
                  </a:cubicBezTo>
                  <a:lnTo>
                    <a:pt x="155" y="359"/>
                  </a:lnTo>
                  <a:lnTo>
                    <a:pt x="155" y="266"/>
                  </a:lnTo>
                  <a:cubicBezTo>
                    <a:pt x="155" y="205"/>
                    <a:pt x="155" y="143"/>
                    <a:pt x="149" y="75"/>
                  </a:cubicBezTo>
                  <a:cubicBezTo>
                    <a:pt x="149" y="32"/>
                    <a:pt x="118" y="1"/>
                    <a:pt x="75" y="1"/>
                  </a:cubicBezTo>
                  <a:cubicBezTo>
                    <a:pt x="38" y="1"/>
                    <a:pt x="7" y="32"/>
                    <a:pt x="7" y="75"/>
                  </a:cubicBezTo>
                  <a:cubicBezTo>
                    <a:pt x="7" y="137"/>
                    <a:pt x="7" y="198"/>
                    <a:pt x="0" y="266"/>
                  </a:cubicBezTo>
                  <a:lnTo>
                    <a:pt x="0" y="359"/>
                  </a:lnTo>
                  <a:lnTo>
                    <a:pt x="0" y="402"/>
                  </a:lnTo>
                  <a:cubicBezTo>
                    <a:pt x="7" y="427"/>
                    <a:pt x="13" y="452"/>
                    <a:pt x="31" y="476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9"/>
            <p:cNvSpPr/>
            <p:nvPr/>
          </p:nvSpPr>
          <p:spPr>
            <a:xfrm>
              <a:off x="6425768" y="2672365"/>
              <a:ext cx="5511" cy="13036"/>
            </a:xfrm>
            <a:custGeom>
              <a:avLst/>
              <a:gdLst/>
              <a:ahLst/>
              <a:cxnLst/>
              <a:rect l="l" t="t" r="r" b="b"/>
              <a:pathLst>
                <a:path w="186" h="440" extrusionOk="0">
                  <a:moveTo>
                    <a:pt x="37" y="131"/>
                  </a:moveTo>
                  <a:lnTo>
                    <a:pt x="37" y="131"/>
                  </a:lnTo>
                  <a:cubicBezTo>
                    <a:pt x="37" y="137"/>
                    <a:pt x="37" y="137"/>
                    <a:pt x="37" y="131"/>
                  </a:cubicBezTo>
                  <a:cubicBezTo>
                    <a:pt x="43" y="143"/>
                    <a:pt x="50" y="143"/>
                    <a:pt x="50" y="155"/>
                  </a:cubicBezTo>
                  <a:lnTo>
                    <a:pt x="50" y="162"/>
                  </a:lnTo>
                  <a:lnTo>
                    <a:pt x="50" y="162"/>
                  </a:lnTo>
                  <a:cubicBezTo>
                    <a:pt x="62" y="180"/>
                    <a:pt x="62" y="186"/>
                    <a:pt x="62" y="199"/>
                  </a:cubicBezTo>
                  <a:lnTo>
                    <a:pt x="62" y="199"/>
                  </a:lnTo>
                  <a:lnTo>
                    <a:pt x="62" y="211"/>
                  </a:lnTo>
                  <a:lnTo>
                    <a:pt x="62" y="230"/>
                  </a:lnTo>
                  <a:lnTo>
                    <a:pt x="62" y="248"/>
                  </a:lnTo>
                  <a:lnTo>
                    <a:pt x="62" y="248"/>
                  </a:lnTo>
                  <a:lnTo>
                    <a:pt x="62" y="254"/>
                  </a:lnTo>
                  <a:cubicBezTo>
                    <a:pt x="62" y="260"/>
                    <a:pt x="62" y="273"/>
                    <a:pt x="50" y="273"/>
                  </a:cubicBezTo>
                  <a:lnTo>
                    <a:pt x="50" y="279"/>
                  </a:lnTo>
                  <a:cubicBezTo>
                    <a:pt x="43" y="285"/>
                    <a:pt x="37" y="304"/>
                    <a:pt x="37" y="310"/>
                  </a:cubicBezTo>
                  <a:cubicBezTo>
                    <a:pt x="37" y="316"/>
                    <a:pt x="31" y="316"/>
                    <a:pt x="31" y="322"/>
                  </a:cubicBezTo>
                  <a:lnTo>
                    <a:pt x="31" y="322"/>
                  </a:lnTo>
                  <a:lnTo>
                    <a:pt x="19" y="335"/>
                  </a:lnTo>
                  <a:cubicBezTo>
                    <a:pt x="6" y="353"/>
                    <a:pt x="0" y="384"/>
                    <a:pt x="13" y="409"/>
                  </a:cubicBezTo>
                  <a:cubicBezTo>
                    <a:pt x="31" y="433"/>
                    <a:pt x="62" y="440"/>
                    <a:pt x="81" y="427"/>
                  </a:cubicBezTo>
                  <a:cubicBezTo>
                    <a:pt x="99" y="415"/>
                    <a:pt x="111" y="402"/>
                    <a:pt x="130" y="384"/>
                  </a:cubicBezTo>
                  <a:cubicBezTo>
                    <a:pt x="142" y="372"/>
                    <a:pt x="155" y="353"/>
                    <a:pt x="161" y="335"/>
                  </a:cubicBezTo>
                  <a:cubicBezTo>
                    <a:pt x="173" y="304"/>
                    <a:pt x="186" y="260"/>
                    <a:pt x="186" y="223"/>
                  </a:cubicBezTo>
                  <a:cubicBezTo>
                    <a:pt x="186" y="155"/>
                    <a:pt x="155" y="75"/>
                    <a:pt x="99" y="26"/>
                  </a:cubicBezTo>
                  <a:cubicBezTo>
                    <a:pt x="74" y="1"/>
                    <a:pt x="37" y="1"/>
                    <a:pt x="19" y="26"/>
                  </a:cubicBezTo>
                  <a:cubicBezTo>
                    <a:pt x="0" y="44"/>
                    <a:pt x="0" y="75"/>
                    <a:pt x="19" y="100"/>
                  </a:cubicBezTo>
                  <a:cubicBezTo>
                    <a:pt x="19" y="124"/>
                    <a:pt x="31" y="131"/>
                    <a:pt x="37" y="131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9"/>
            <p:cNvSpPr/>
            <p:nvPr/>
          </p:nvSpPr>
          <p:spPr>
            <a:xfrm>
              <a:off x="6434360" y="2453092"/>
              <a:ext cx="3703" cy="11732"/>
            </a:xfrm>
            <a:custGeom>
              <a:avLst/>
              <a:gdLst/>
              <a:ahLst/>
              <a:cxnLst/>
              <a:rect l="l" t="t" r="r" b="b"/>
              <a:pathLst>
                <a:path w="125" h="396" extrusionOk="0">
                  <a:moveTo>
                    <a:pt x="19" y="303"/>
                  </a:moveTo>
                  <a:cubicBezTo>
                    <a:pt x="25" y="328"/>
                    <a:pt x="25" y="359"/>
                    <a:pt x="38" y="384"/>
                  </a:cubicBezTo>
                  <a:cubicBezTo>
                    <a:pt x="56" y="396"/>
                    <a:pt x="81" y="396"/>
                    <a:pt x="93" y="384"/>
                  </a:cubicBezTo>
                  <a:cubicBezTo>
                    <a:pt x="112" y="359"/>
                    <a:pt x="112" y="328"/>
                    <a:pt x="118" y="303"/>
                  </a:cubicBezTo>
                  <a:cubicBezTo>
                    <a:pt x="124" y="272"/>
                    <a:pt x="124" y="242"/>
                    <a:pt x="124" y="211"/>
                  </a:cubicBezTo>
                  <a:cubicBezTo>
                    <a:pt x="124" y="155"/>
                    <a:pt x="118" y="106"/>
                    <a:pt x="106" y="50"/>
                  </a:cubicBezTo>
                  <a:cubicBezTo>
                    <a:pt x="106" y="25"/>
                    <a:pt x="93" y="1"/>
                    <a:pt x="62" y="1"/>
                  </a:cubicBezTo>
                  <a:cubicBezTo>
                    <a:pt x="38" y="1"/>
                    <a:pt x="19" y="25"/>
                    <a:pt x="19" y="50"/>
                  </a:cubicBezTo>
                  <a:cubicBezTo>
                    <a:pt x="7" y="106"/>
                    <a:pt x="7" y="155"/>
                    <a:pt x="1" y="211"/>
                  </a:cubicBezTo>
                  <a:cubicBezTo>
                    <a:pt x="19" y="242"/>
                    <a:pt x="7" y="272"/>
                    <a:pt x="19" y="303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9"/>
            <p:cNvSpPr/>
            <p:nvPr/>
          </p:nvSpPr>
          <p:spPr>
            <a:xfrm>
              <a:off x="6422657" y="2499222"/>
              <a:ext cx="11555" cy="4059"/>
            </a:xfrm>
            <a:custGeom>
              <a:avLst/>
              <a:gdLst/>
              <a:ahLst/>
              <a:cxnLst/>
              <a:rect l="l" t="t" r="r" b="b"/>
              <a:pathLst>
                <a:path w="390" h="137" extrusionOk="0">
                  <a:moveTo>
                    <a:pt x="31" y="136"/>
                  </a:moveTo>
                  <a:cubicBezTo>
                    <a:pt x="87" y="136"/>
                    <a:pt x="142" y="130"/>
                    <a:pt x="186" y="124"/>
                  </a:cubicBezTo>
                  <a:cubicBezTo>
                    <a:pt x="216" y="124"/>
                    <a:pt x="247" y="124"/>
                    <a:pt x="272" y="112"/>
                  </a:cubicBezTo>
                  <a:cubicBezTo>
                    <a:pt x="297" y="105"/>
                    <a:pt x="328" y="105"/>
                    <a:pt x="346" y="99"/>
                  </a:cubicBezTo>
                  <a:cubicBezTo>
                    <a:pt x="371" y="93"/>
                    <a:pt x="389" y="62"/>
                    <a:pt x="383" y="38"/>
                  </a:cubicBezTo>
                  <a:cubicBezTo>
                    <a:pt x="371" y="7"/>
                    <a:pt x="346" y="0"/>
                    <a:pt x="321" y="7"/>
                  </a:cubicBezTo>
                  <a:cubicBezTo>
                    <a:pt x="297" y="13"/>
                    <a:pt x="266" y="13"/>
                    <a:pt x="241" y="19"/>
                  </a:cubicBezTo>
                  <a:cubicBezTo>
                    <a:pt x="229" y="19"/>
                    <a:pt x="216" y="31"/>
                    <a:pt x="204" y="38"/>
                  </a:cubicBezTo>
                  <a:cubicBezTo>
                    <a:pt x="186" y="44"/>
                    <a:pt x="179" y="44"/>
                    <a:pt x="167" y="50"/>
                  </a:cubicBezTo>
                  <a:cubicBezTo>
                    <a:pt x="111" y="68"/>
                    <a:pt x="56" y="75"/>
                    <a:pt x="13" y="99"/>
                  </a:cubicBezTo>
                  <a:cubicBezTo>
                    <a:pt x="0" y="105"/>
                    <a:pt x="19" y="136"/>
                    <a:pt x="31" y="136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9"/>
            <p:cNvSpPr/>
            <p:nvPr/>
          </p:nvSpPr>
          <p:spPr>
            <a:xfrm>
              <a:off x="6393000" y="2495755"/>
              <a:ext cx="5896" cy="9540"/>
            </a:xfrm>
            <a:custGeom>
              <a:avLst/>
              <a:gdLst/>
              <a:ahLst/>
              <a:cxnLst/>
              <a:rect l="l" t="t" r="r" b="b"/>
              <a:pathLst>
                <a:path w="199" h="322" extrusionOk="0">
                  <a:moveTo>
                    <a:pt x="25" y="315"/>
                  </a:moveTo>
                  <a:cubicBezTo>
                    <a:pt x="37" y="321"/>
                    <a:pt x="56" y="321"/>
                    <a:pt x="62" y="309"/>
                  </a:cubicBezTo>
                  <a:cubicBezTo>
                    <a:pt x="68" y="303"/>
                    <a:pt x="74" y="290"/>
                    <a:pt x="87" y="278"/>
                  </a:cubicBezTo>
                  <a:cubicBezTo>
                    <a:pt x="93" y="272"/>
                    <a:pt x="93" y="253"/>
                    <a:pt x="99" y="247"/>
                  </a:cubicBezTo>
                  <a:cubicBezTo>
                    <a:pt x="105" y="222"/>
                    <a:pt x="124" y="198"/>
                    <a:pt x="130" y="185"/>
                  </a:cubicBezTo>
                  <a:cubicBezTo>
                    <a:pt x="155" y="148"/>
                    <a:pt x="167" y="99"/>
                    <a:pt x="192" y="62"/>
                  </a:cubicBezTo>
                  <a:cubicBezTo>
                    <a:pt x="198" y="43"/>
                    <a:pt x="198" y="12"/>
                    <a:pt x="180" y="6"/>
                  </a:cubicBezTo>
                  <a:cubicBezTo>
                    <a:pt x="161" y="0"/>
                    <a:pt x="130" y="0"/>
                    <a:pt x="124" y="25"/>
                  </a:cubicBezTo>
                  <a:lnTo>
                    <a:pt x="62" y="148"/>
                  </a:lnTo>
                  <a:cubicBezTo>
                    <a:pt x="56" y="167"/>
                    <a:pt x="37" y="185"/>
                    <a:pt x="31" y="210"/>
                  </a:cubicBezTo>
                  <a:cubicBezTo>
                    <a:pt x="25" y="216"/>
                    <a:pt x="25" y="229"/>
                    <a:pt x="13" y="241"/>
                  </a:cubicBezTo>
                  <a:cubicBezTo>
                    <a:pt x="7" y="253"/>
                    <a:pt x="7" y="260"/>
                    <a:pt x="0" y="278"/>
                  </a:cubicBezTo>
                  <a:cubicBezTo>
                    <a:pt x="7" y="290"/>
                    <a:pt x="13" y="309"/>
                    <a:pt x="25" y="315"/>
                  </a:cubicBezTo>
                  <a:close/>
                </a:path>
              </a:pathLst>
            </a:custGeom>
            <a:solidFill>
              <a:srgbClr val="F596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9"/>
            <p:cNvSpPr/>
            <p:nvPr/>
          </p:nvSpPr>
          <p:spPr>
            <a:xfrm>
              <a:off x="6544011" y="3087890"/>
              <a:ext cx="6429" cy="10459"/>
            </a:xfrm>
            <a:custGeom>
              <a:avLst/>
              <a:gdLst/>
              <a:ahLst/>
              <a:cxnLst/>
              <a:rect l="l" t="t" r="r" b="b"/>
              <a:pathLst>
                <a:path w="217" h="353" extrusionOk="0">
                  <a:moveTo>
                    <a:pt x="56" y="334"/>
                  </a:moveTo>
                  <a:lnTo>
                    <a:pt x="99" y="284"/>
                  </a:lnTo>
                  <a:cubicBezTo>
                    <a:pt x="118" y="272"/>
                    <a:pt x="130" y="247"/>
                    <a:pt x="149" y="223"/>
                  </a:cubicBezTo>
                  <a:cubicBezTo>
                    <a:pt x="155" y="216"/>
                    <a:pt x="161" y="204"/>
                    <a:pt x="161" y="192"/>
                  </a:cubicBezTo>
                  <a:cubicBezTo>
                    <a:pt x="161" y="186"/>
                    <a:pt x="167" y="179"/>
                    <a:pt x="167" y="167"/>
                  </a:cubicBezTo>
                  <a:cubicBezTo>
                    <a:pt x="167" y="161"/>
                    <a:pt x="167" y="161"/>
                    <a:pt x="173" y="155"/>
                  </a:cubicBezTo>
                  <a:cubicBezTo>
                    <a:pt x="186" y="130"/>
                    <a:pt x="192" y="105"/>
                    <a:pt x="204" y="87"/>
                  </a:cubicBezTo>
                  <a:cubicBezTo>
                    <a:pt x="217" y="68"/>
                    <a:pt x="217" y="62"/>
                    <a:pt x="217" y="43"/>
                  </a:cubicBezTo>
                  <a:cubicBezTo>
                    <a:pt x="217" y="37"/>
                    <a:pt x="198" y="25"/>
                    <a:pt x="192" y="13"/>
                  </a:cubicBezTo>
                  <a:cubicBezTo>
                    <a:pt x="167" y="0"/>
                    <a:pt x="136" y="6"/>
                    <a:pt x="124" y="31"/>
                  </a:cubicBezTo>
                  <a:cubicBezTo>
                    <a:pt x="105" y="56"/>
                    <a:pt x="99" y="68"/>
                    <a:pt x="81" y="93"/>
                  </a:cubicBezTo>
                  <a:cubicBezTo>
                    <a:pt x="81" y="99"/>
                    <a:pt x="74" y="99"/>
                    <a:pt x="74" y="105"/>
                  </a:cubicBezTo>
                  <a:lnTo>
                    <a:pt x="74" y="105"/>
                  </a:lnTo>
                  <a:cubicBezTo>
                    <a:pt x="68" y="105"/>
                    <a:pt x="68" y="118"/>
                    <a:pt x="62" y="124"/>
                  </a:cubicBezTo>
                  <a:cubicBezTo>
                    <a:pt x="50" y="130"/>
                    <a:pt x="50" y="148"/>
                    <a:pt x="44" y="155"/>
                  </a:cubicBezTo>
                  <a:cubicBezTo>
                    <a:pt x="37" y="161"/>
                    <a:pt x="37" y="179"/>
                    <a:pt x="31" y="186"/>
                  </a:cubicBezTo>
                  <a:cubicBezTo>
                    <a:pt x="25" y="198"/>
                    <a:pt x="25" y="204"/>
                    <a:pt x="13" y="223"/>
                  </a:cubicBezTo>
                  <a:cubicBezTo>
                    <a:pt x="6" y="247"/>
                    <a:pt x="6" y="272"/>
                    <a:pt x="0" y="291"/>
                  </a:cubicBezTo>
                  <a:cubicBezTo>
                    <a:pt x="0" y="334"/>
                    <a:pt x="31" y="352"/>
                    <a:pt x="56" y="33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9"/>
            <p:cNvSpPr/>
            <p:nvPr/>
          </p:nvSpPr>
          <p:spPr>
            <a:xfrm>
              <a:off x="6524961" y="3082587"/>
              <a:ext cx="2785" cy="8266"/>
            </a:xfrm>
            <a:custGeom>
              <a:avLst/>
              <a:gdLst/>
              <a:ahLst/>
              <a:cxnLst/>
              <a:rect l="l" t="t" r="r" b="b"/>
              <a:pathLst>
                <a:path w="94" h="279" extrusionOk="0">
                  <a:moveTo>
                    <a:pt x="19" y="266"/>
                  </a:moveTo>
                  <a:cubicBezTo>
                    <a:pt x="32" y="278"/>
                    <a:pt x="56" y="278"/>
                    <a:pt x="81" y="266"/>
                  </a:cubicBezTo>
                  <a:cubicBezTo>
                    <a:pt x="93" y="247"/>
                    <a:pt x="93" y="216"/>
                    <a:pt x="93" y="192"/>
                  </a:cubicBezTo>
                  <a:lnTo>
                    <a:pt x="93" y="49"/>
                  </a:lnTo>
                  <a:cubicBezTo>
                    <a:pt x="93" y="25"/>
                    <a:pt x="69" y="0"/>
                    <a:pt x="50" y="0"/>
                  </a:cubicBezTo>
                  <a:cubicBezTo>
                    <a:pt x="25" y="0"/>
                    <a:pt x="1" y="25"/>
                    <a:pt x="1" y="49"/>
                  </a:cubicBezTo>
                  <a:lnTo>
                    <a:pt x="1" y="192"/>
                  </a:lnTo>
                  <a:cubicBezTo>
                    <a:pt x="1" y="222"/>
                    <a:pt x="1" y="247"/>
                    <a:pt x="19" y="26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9"/>
            <p:cNvSpPr/>
            <p:nvPr/>
          </p:nvSpPr>
          <p:spPr>
            <a:xfrm>
              <a:off x="6548574" y="2970743"/>
              <a:ext cx="3141" cy="4592"/>
            </a:xfrm>
            <a:custGeom>
              <a:avLst/>
              <a:gdLst/>
              <a:ahLst/>
              <a:cxnLst/>
              <a:rect l="l" t="t" r="r" b="b"/>
              <a:pathLst>
                <a:path w="106" h="155" extrusionOk="0">
                  <a:moveTo>
                    <a:pt x="7" y="124"/>
                  </a:moveTo>
                  <a:lnTo>
                    <a:pt x="13" y="130"/>
                  </a:lnTo>
                  <a:lnTo>
                    <a:pt x="25" y="136"/>
                  </a:lnTo>
                  <a:lnTo>
                    <a:pt x="32" y="148"/>
                  </a:lnTo>
                  <a:lnTo>
                    <a:pt x="38" y="148"/>
                  </a:lnTo>
                  <a:lnTo>
                    <a:pt x="38" y="148"/>
                  </a:lnTo>
                  <a:lnTo>
                    <a:pt x="38" y="148"/>
                  </a:lnTo>
                  <a:cubicBezTo>
                    <a:pt x="44" y="148"/>
                    <a:pt x="44" y="155"/>
                    <a:pt x="50" y="155"/>
                  </a:cubicBezTo>
                  <a:cubicBezTo>
                    <a:pt x="63" y="155"/>
                    <a:pt x="69" y="155"/>
                    <a:pt x="69" y="148"/>
                  </a:cubicBezTo>
                  <a:cubicBezTo>
                    <a:pt x="69" y="148"/>
                    <a:pt x="75" y="148"/>
                    <a:pt x="75" y="136"/>
                  </a:cubicBezTo>
                  <a:lnTo>
                    <a:pt x="81" y="136"/>
                  </a:lnTo>
                  <a:cubicBezTo>
                    <a:pt x="93" y="136"/>
                    <a:pt x="93" y="130"/>
                    <a:pt x="100" y="124"/>
                  </a:cubicBezTo>
                  <a:cubicBezTo>
                    <a:pt x="100" y="118"/>
                    <a:pt x="100" y="118"/>
                    <a:pt x="106" y="105"/>
                  </a:cubicBezTo>
                  <a:lnTo>
                    <a:pt x="106" y="74"/>
                  </a:lnTo>
                  <a:cubicBezTo>
                    <a:pt x="106" y="62"/>
                    <a:pt x="100" y="43"/>
                    <a:pt x="100" y="37"/>
                  </a:cubicBezTo>
                  <a:cubicBezTo>
                    <a:pt x="100" y="37"/>
                    <a:pt x="100" y="31"/>
                    <a:pt x="93" y="31"/>
                  </a:cubicBezTo>
                  <a:cubicBezTo>
                    <a:pt x="93" y="25"/>
                    <a:pt x="81" y="25"/>
                    <a:pt x="75" y="13"/>
                  </a:cubicBezTo>
                  <a:lnTo>
                    <a:pt x="69" y="6"/>
                  </a:lnTo>
                  <a:cubicBezTo>
                    <a:pt x="63" y="6"/>
                    <a:pt x="63" y="0"/>
                    <a:pt x="50" y="0"/>
                  </a:cubicBezTo>
                  <a:cubicBezTo>
                    <a:pt x="44" y="0"/>
                    <a:pt x="38" y="0"/>
                    <a:pt x="32" y="6"/>
                  </a:cubicBezTo>
                  <a:cubicBezTo>
                    <a:pt x="19" y="6"/>
                    <a:pt x="19" y="13"/>
                    <a:pt x="13" y="25"/>
                  </a:cubicBezTo>
                  <a:cubicBezTo>
                    <a:pt x="7" y="31"/>
                    <a:pt x="7" y="31"/>
                    <a:pt x="7" y="37"/>
                  </a:cubicBezTo>
                  <a:cubicBezTo>
                    <a:pt x="7" y="56"/>
                    <a:pt x="1" y="68"/>
                    <a:pt x="1" y="74"/>
                  </a:cubicBezTo>
                  <a:lnTo>
                    <a:pt x="1" y="99"/>
                  </a:lnTo>
                  <a:cubicBezTo>
                    <a:pt x="7" y="105"/>
                    <a:pt x="7" y="118"/>
                    <a:pt x="7" y="1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9"/>
            <p:cNvSpPr/>
            <p:nvPr/>
          </p:nvSpPr>
          <p:spPr>
            <a:xfrm>
              <a:off x="6526057" y="3002593"/>
              <a:ext cx="11584" cy="9185"/>
            </a:xfrm>
            <a:custGeom>
              <a:avLst/>
              <a:gdLst/>
              <a:ahLst/>
              <a:cxnLst/>
              <a:rect l="l" t="t" r="r" b="b"/>
              <a:pathLst>
                <a:path w="391" h="310" extrusionOk="0">
                  <a:moveTo>
                    <a:pt x="199" y="309"/>
                  </a:moveTo>
                  <a:cubicBezTo>
                    <a:pt x="390" y="309"/>
                    <a:pt x="390" y="6"/>
                    <a:pt x="199" y="6"/>
                  </a:cubicBezTo>
                  <a:cubicBezTo>
                    <a:pt x="1" y="0"/>
                    <a:pt x="1" y="309"/>
                    <a:pt x="199" y="30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9"/>
            <p:cNvSpPr/>
            <p:nvPr/>
          </p:nvSpPr>
          <p:spPr>
            <a:xfrm>
              <a:off x="6491659" y="3031331"/>
              <a:ext cx="3318" cy="6607"/>
            </a:xfrm>
            <a:custGeom>
              <a:avLst/>
              <a:gdLst/>
              <a:ahLst/>
              <a:cxnLst/>
              <a:rect l="l" t="t" r="r" b="b"/>
              <a:pathLst>
                <a:path w="112" h="223" extrusionOk="0">
                  <a:moveTo>
                    <a:pt x="7" y="118"/>
                  </a:moveTo>
                  <a:lnTo>
                    <a:pt x="7" y="148"/>
                  </a:lnTo>
                  <a:lnTo>
                    <a:pt x="7" y="179"/>
                  </a:lnTo>
                  <a:cubicBezTo>
                    <a:pt x="7" y="192"/>
                    <a:pt x="13" y="198"/>
                    <a:pt x="31" y="210"/>
                  </a:cubicBezTo>
                  <a:cubicBezTo>
                    <a:pt x="44" y="223"/>
                    <a:pt x="74" y="223"/>
                    <a:pt x="93" y="210"/>
                  </a:cubicBezTo>
                  <a:cubicBezTo>
                    <a:pt x="99" y="198"/>
                    <a:pt x="105" y="192"/>
                    <a:pt x="112" y="179"/>
                  </a:cubicBezTo>
                  <a:lnTo>
                    <a:pt x="112" y="148"/>
                  </a:lnTo>
                  <a:lnTo>
                    <a:pt x="112" y="118"/>
                  </a:lnTo>
                  <a:lnTo>
                    <a:pt x="112" y="56"/>
                  </a:lnTo>
                  <a:cubicBezTo>
                    <a:pt x="112" y="37"/>
                    <a:pt x="105" y="25"/>
                    <a:pt x="99" y="19"/>
                  </a:cubicBezTo>
                  <a:cubicBezTo>
                    <a:pt x="93" y="6"/>
                    <a:pt x="74" y="0"/>
                    <a:pt x="62" y="0"/>
                  </a:cubicBezTo>
                  <a:cubicBezTo>
                    <a:pt x="44" y="0"/>
                    <a:pt x="31" y="6"/>
                    <a:pt x="19" y="19"/>
                  </a:cubicBezTo>
                  <a:cubicBezTo>
                    <a:pt x="13" y="25"/>
                    <a:pt x="7" y="37"/>
                    <a:pt x="7" y="56"/>
                  </a:cubicBezTo>
                  <a:cubicBezTo>
                    <a:pt x="0" y="68"/>
                    <a:pt x="7" y="93"/>
                    <a:pt x="7" y="11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39"/>
            <p:cNvSpPr/>
            <p:nvPr/>
          </p:nvSpPr>
          <p:spPr>
            <a:xfrm>
              <a:off x="6497318" y="2980609"/>
              <a:ext cx="4237" cy="4059"/>
            </a:xfrm>
            <a:custGeom>
              <a:avLst/>
              <a:gdLst/>
              <a:ahLst/>
              <a:cxnLst/>
              <a:rect l="l" t="t" r="r" b="b"/>
              <a:pathLst>
                <a:path w="143" h="137" extrusionOk="0">
                  <a:moveTo>
                    <a:pt x="7" y="106"/>
                  </a:moveTo>
                  <a:cubicBezTo>
                    <a:pt x="7" y="112"/>
                    <a:pt x="13" y="112"/>
                    <a:pt x="13" y="124"/>
                  </a:cubicBezTo>
                  <a:cubicBezTo>
                    <a:pt x="26" y="131"/>
                    <a:pt x="38" y="137"/>
                    <a:pt x="44" y="137"/>
                  </a:cubicBezTo>
                  <a:lnTo>
                    <a:pt x="63" y="137"/>
                  </a:lnTo>
                  <a:cubicBezTo>
                    <a:pt x="69" y="137"/>
                    <a:pt x="75" y="131"/>
                    <a:pt x="87" y="124"/>
                  </a:cubicBezTo>
                  <a:cubicBezTo>
                    <a:pt x="94" y="106"/>
                    <a:pt x="100" y="100"/>
                    <a:pt x="118" y="81"/>
                  </a:cubicBezTo>
                  <a:lnTo>
                    <a:pt x="131" y="69"/>
                  </a:lnTo>
                  <a:cubicBezTo>
                    <a:pt x="137" y="63"/>
                    <a:pt x="137" y="63"/>
                    <a:pt x="137" y="50"/>
                  </a:cubicBezTo>
                  <a:cubicBezTo>
                    <a:pt x="137" y="50"/>
                    <a:pt x="137" y="44"/>
                    <a:pt x="143" y="44"/>
                  </a:cubicBezTo>
                  <a:lnTo>
                    <a:pt x="143" y="38"/>
                  </a:lnTo>
                  <a:lnTo>
                    <a:pt x="143" y="19"/>
                  </a:lnTo>
                  <a:cubicBezTo>
                    <a:pt x="143" y="13"/>
                    <a:pt x="143" y="7"/>
                    <a:pt x="137" y="7"/>
                  </a:cubicBezTo>
                  <a:cubicBezTo>
                    <a:pt x="131" y="7"/>
                    <a:pt x="131" y="1"/>
                    <a:pt x="124" y="1"/>
                  </a:cubicBezTo>
                  <a:lnTo>
                    <a:pt x="106" y="1"/>
                  </a:lnTo>
                  <a:lnTo>
                    <a:pt x="94" y="1"/>
                  </a:lnTo>
                  <a:cubicBezTo>
                    <a:pt x="94" y="1"/>
                    <a:pt x="87" y="1"/>
                    <a:pt x="87" y="7"/>
                  </a:cubicBezTo>
                  <a:cubicBezTo>
                    <a:pt x="75" y="7"/>
                    <a:pt x="75" y="13"/>
                    <a:pt x="69" y="13"/>
                  </a:cubicBezTo>
                  <a:cubicBezTo>
                    <a:pt x="63" y="19"/>
                    <a:pt x="56" y="19"/>
                    <a:pt x="56" y="32"/>
                  </a:cubicBezTo>
                  <a:cubicBezTo>
                    <a:pt x="38" y="38"/>
                    <a:pt x="32" y="44"/>
                    <a:pt x="13" y="63"/>
                  </a:cubicBezTo>
                  <a:cubicBezTo>
                    <a:pt x="7" y="69"/>
                    <a:pt x="7" y="69"/>
                    <a:pt x="7" y="75"/>
                  </a:cubicBezTo>
                  <a:cubicBezTo>
                    <a:pt x="7" y="81"/>
                    <a:pt x="1" y="81"/>
                    <a:pt x="1" y="93"/>
                  </a:cubicBezTo>
                  <a:cubicBezTo>
                    <a:pt x="7" y="100"/>
                    <a:pt x="7" y="100"/>
                    <a:pt x="7" y="10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39"/>
            <p:cNvSpPr/>
            <p:nvPr/>
          </p:nvSpPr>
          <p:spPr>
            <a:xfrm>
              <a:off x="6576216" y="2860914"/>
              <a:ext cx="3318" cy="2578"/>
            </a:xfrm>
            <a:custGeom>
              <a:avLst/>
              <a:gdLst/>
              <a:ahLst/>
              <a:cxnLst/>
              <a:rect l="l" t="t" r="r" b="b"/>
              <a:pathLst>
                <a:path w="112" h="87" extrusionOk="0">
                  <a:moveTo>
                    <a:pt x="56" y="87"/>
                  </a:moveTo>
                  <a:cubicBezTo>
                    <a:pt x="112" y="87"/>
                    <a:pt x="112" y="0"/>
                    <a:pt x="56" y="0"/>
                  </a:cubicBezTo>
                  <a:cubicBezTo>
                    <a:pt x="1" y="0"/>
                    <a:pt x="1" y="87"/>
                    <a:pt x="56" y="87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39"/>
            <p:cNvSpPr/>
            <p:nvPr/>
          </p:nvSpPr>
          <p:spPr>
            <a:xfrm>
              <a:off x="6407102" y="3297831"/>
              <a:ext cx="7140" cy="5511"/>
            </a:xfrm>
            <a:custGeom>
              <a:avLst/>
              <a:gdLst/>
              <a:ahLst/>
              <a:cxnLst/>
              <a:rect l="l" t="t" r="r" b="b"/>
              <a:pathLst>
                <a:path w="241" h="186" extrusionOk="0">
                  <a:moveTo>
                    <a:pt x="124" y="186"/>
                  </a:moveTo>
                  <a:cubicBezTo>
                    <a:pt x="241" y="186"/>
                    <a:pt x="241" y="0"/>
                    <a:pt x="124" y="0"/>
                  </a:cubicBezTo>
                  <a:cubicBezTo>
                    <a:pt x="0" y="0"/>
                    <a:pt x="0" y="186"/>
                    <a:pt x="124" y="18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9"/>
            <p:cNvSpPr/>
            <p:nvPr/>
          </p:nvSpPr>
          <p:spPr>
            <a:xfrm>
              <a:off x="6380556" y="3212355"/>
              <a:ext cx="5511" cy="4414"/>
            </a:xfrm>
            <a:custGeom>
              <a:avLst/>
              <a:gdLst/>
              <a:ahLst/>
              <a:cxnLst/>
              <a:rect l="l" t="t" r="r" b="b"/>
              <a:pathLst>
                <a:path w="186" h="149" extrusionOk="0">
                  <a:moveTo>
                    <a:pt x="93" y="149"/>
                  </a:moveTo>
                  <a:cubicBezTo>
                    <a:pt x="186" y="149"/>
                    <a:pt x="186" y="0"/>
                    <a:pt x="93" y="0"/>
                  </a:cubicBezTo>
                  <a:cubicBezTo>
                    <a:pt x="0" y="0"/>
                    <a:pt x="0" y="149"/>
                    <a:pt x="93" y="14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9"/>
            <p:cNvSpPr/>
            <p:nvPr/>
          </p:nvSpPr>
          <p:spPr>
            <a:xfrm>
              <a:off x="6366631" y="3227732"/>
              <a:ext cx="3881" cy="2963"/>
            </a:xfrm>
            <a:custGeom>
              <a:avLst/>
              <a:gdLst/>
              <a:ahLst/>
              <a:cxnLst/>
              <a:rect l="l" t="t" r="r" b="b"/>
              <a:pathLst>
                <a:path w="131" h="100" extrusionOk="0">
                  <a:moveTo>
                    <a:pt x="62" y="99"/>
                  </a:moveTo>
                  <a:cubicBezTo>
                    <a:pt x="130" y="99"/>
                    <a:pt x="130" y="0"/>
                    <a:pt x="62" y="0"/>
                  </a:cubicBezTo>
                  <a:cubicBezTo>
                    <a:pt x="1" y="0"/>
                    <a:pt x="1" y="99"/>
                    <a:pt x="62" y="9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9"/>
            <p:cNvSpPr/>
            <p:nvPr/>
          </p:nvSpPr>
          <p:spPr>
            <a:xfrm>
              <a:off x="6655114" y="2852855"/>
              <a:ext cx="5155" cy="5155"/>
            </a:xfrm>
            <a:custGeom>
              <a:avLst/>
              <a:gdLst/>
              <a:ahLst/>
              <a:cxnLst/>
              <a:rect l="l" t="t" r="r" b="b"/>
              <a:pathLst>
                <a:path w="174" h="174" extrusionOk="0">
                  <a:moveTo>
                    <a:pt x="13" y="93"/>
                  </a:moveTo>
                  <a:cubicBezTo>
                    <a:pt x="19" y="112"/>
                    <a:pt x="25" y="118"/>
                    <a:pt x="31" y="130"/>
                  </a:cubicBezTo>
                  <a:cubicBezTo>
                    <a:pt x="31" y="143"/>
                    <a:pt x="44" y="143"/>
                    <a:pt x="44" y="149"/>
                  </a:cubicBezTo>
                  <a:cubicBezTo>
                    <a:pt x="44" y="149"/>
                    <a:pt x="50" y="155"/>
                    <a:pt x="56" y="155"/>
                  </a:cubicBezTo>
                  <a:lnTo>
                    <a:pt x="62" y="155"/>
                  </a:lnTo>
                  <a:lnTo>
                    <a:pt x="75" y="161"/>
                  </a:lnTo>
                  <a:lnTo>
                    <a:pt x="81" y="173"/>
                  </a:lnTo>
                  <a:lnTo>
                    <a:pt x="87" y="173"/>
                  </a:lnTo>
                  <a:lnTo>
                    <a:pt x="87" y="173"/>
                  </a:lnTo>
                  <a:lnTo>
                    <a:pt x="93" y="173"/>
                  </a:lnTo>
                  <a:lnTo>
                    <a:pt x="99" y="173"/>
                  </a:lnTo>
                  <a:lnTo>
                    <a:pt x="130" y="173"/>
                  </a:lnTo>
                  <a:cubicBezTo>
                    <a:pt x="142" y="173"/>
                    <a:pt x="149" y="161"/>
                    <a:pt x="155" y="155"/>
                  </a:cubicBezTo>
                  <a:cubicBezTo>
                    <a:pt x="161" y="149"/>
                    <a:pt x="161" y="143"/>
                    <a:pt x="173" y="130"/>
                  </a:cubicBezTo>
                  <a:lnTo>
                    <a:pt x="173" y="99"/>
                  </a:lnTo>
                  <a:cubicBezTo>
                    <a:pt x="173" y="93"/>
                    <a:pt x="161" y="81"/>
                    <a:pt x="155" y="68"/>
                  </a:cubicBezTo>
                  <a:lnTo>
                    <a:pt x="149" y="62"/>
                  </a:lnTo>
                  <a:lnTo>
                    <a:pt x="149" y="56"/>
                  </a:lnTo>
                  <a:cubicBezTo>
                    <a:pt x="149" y="56"/>
                    <a:pt x="149" y="50"/>
                    <a:pt x="142" y="50"/>
                  </a:cubicBezTo>
                  <a:lnTo>
                    <a:pt x="124" y="31"/>
                  </a:lnTo>
                  <a:cubicBezTo>
                    <a:pt x="112" y="25"/>
                    <a:pt x="105" y="19"/>
                    <a:pt x="87" y="7"/>
                  </a:cubicBezTo>
                  <a:cubicBezTo>
                    <a:pt x="81" y="7"/>
                    <a:pt x="81" y="7"/>
                    <a:pt x="75" y="1"/>
                  </a:cubicBezTo>
                  <a:lnTo>
                    <a:pt x="50" y="1"/>
                  </a:lnTo>
                  <a:lnTo>
                    <a:pt x="31" y="1"/>
                  </a:lnTo>
                  <a:cubicBezTo>
                    <a:pt x="25" y="1"/>
                    <a:pt x="19" y="7"/>
                    <a:pt x="19" y="7"/>
                  </a:cubicBezTo>
                  <a:lnTo>
                    <a:pt x="13" y="19"/>
                  </a:lnTo>
                  <a:cubicBezTo>
                    <a:pt x="13" y="25"/>
                    <a:pt x="13" y="25"/>
                    <a:pt x="0" y="31"/>
                  </a:cubicBezTo>
                  <a:lnTo>
                    <a:pt x="0" y="56"/>
                  </a:lnTo>
                  <a:cubicBezTo>
                    <a:pt x="0" y="81"/>
                    <a:pt x="0" y="87"/>
                    <a:pt x="13" y="93"/>
                  </a:cubicBezTo>
                  <a:close/>
                </a:path>
              </a:pathLst>
            </a:custGeom>
            <a:solidFill>
              <a:srgbClr val="000000">
                <a:alpha val="419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9"/>
            <p:cNvSpPr/>
            <p:nvPr/>
          </p:nvSpPr>
          <p:spPr>
            <a:xfrm>
              <a:off x="6758544" y="2618028"/>
              <a:ext cx="9155" cy="7140"/>
            </a:xfrm>
            <a:custGeom>
              <a:avLst/>
              <a:gdLst/>
              <a:ahLst/>
              <a:cxnLst/>
              <a:rect l="l" t="t" r="r" b="b"/>
              <a:pathLst>
                <a:path w="309" h="241" extrusionOk="0">
                  <a:moveTo>
                    <a:pt x="154" y="241"/>
                  </a:moveTo>
                  <a:cubicBezTo>
                    <a:pt x="309" y="241"/>
                    <a:pt x="309" y="0"/>
                    <a:pt x="154" y="0"/>
                  </a:cubicBezTo>
                  <a:cubicBezTo>
                    <a:pt x="0" y="6"/>
                    <a:pt x="0" y="241"/>
                    <a:pt x="154" y="24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39"/>
            <p:cNvSpPr/>
            <p:nvPr/>
          </p:nvSpPr>
          <p:spPr>
            <a:xfrm>
              <a:off x="6718250" y="2691771"/>
              <a:ext cx="4059" cy="2785"/>
            </a:xfrm>
            <a:custGeom>
              <a:avLst/>
              <a:gdLst/>
              <a:ahLst/>
              <a:cxnLst/>
              <a:rect l="l" t="t" r="r" b="b"/>
              <a:pathLst>
                <a:path w="137" h="94" extrusionOk="0">
                  <a:moveTo>
                    <a:pt x="13" y="69"/>
                  </a:moveTo>
                  <a:cubicBezTo>
                    <a:pt x="19" y="81"/>
                    <a:pt x="19" y="81"/>
                    <a:pt x="26" y="81"/>
                  </a:cubicBezTo>
                  <a:lnTo>
                    <a:pt x="56" y="81"/>
                  </a:lnTo>
                  <a:cubicBezTo>
                    <a:pt x="63" y="87"/>
                    <a:pt x="75" y="93"/>
                    <a:pt x="87" y="93"/>
                  </a:cubicBezTo>
                  <a:cubicBezTo>
                    <a:pt x="94" y="93"/>
                    <a:pt x="112" y="87"/>
                    <a:pt x="118" y="81"/>
                  </a:cubicBezTo>
                  <a:cubicBezTo>
                    <a:pt x="124" y="69"/>
                    <a:pt x="137" y="56"/>
                    <a:pt x="137" y="50"/>
                  </a:cubicBezTo>
                  <a:cubicBezTo>
                    <a:pt x="137" y="38"/>
                    <a:pt x="124" y="26"/>
                    <a:pt x="118" y="19"/>
                  </a:cubicBezTo>
                  <a:cubicBezTo>
                    <a:pt x="112" y="7"/>
                    <a:pt x="106" y="1"/>
                    <a:pt x="87" y="1"/>
                  </a:cubicBezTo>
                  <a:lnTo>
                    <a:pt x="81" y="1"/>
                  </a:lnTo>
                  <a:cubicBezTo>
                    <a:pt x="75" y="1"/>
                    <a:pt x="75" y="1"/>
                    <a:pt x="63" y="7"/>
                  </a:cubicBezTo>
                  <a:lnTo>
                    <a:pt x="56" y="19"/>
                  </a:lnTo>
                  <a:lnTo>
                    <a:pt x="26" y="19"/>
                  </a:lnTo>
                  <a:cubicBezTo>
                    <a:pt x="19" y="19"/>
                    <a:pt x="19" y="19"/>
                    <a:pt x="13" y="26"/>
                  </a:cubicBezTo>
                  <a:cubicBezTo>
                    <a:pt x="1" y="32"/>
                    <a:pt x="1" y="32"/>
                    <a:pt x="1" y="38"/>
                  </a:cubicBezTo>
                  <a:cubicBezTo>
                    <a:pt x="1" y="56"/>
                    <a:pt x="13" y="63"/>
                    <a:pt x="13" y="6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9"/>
            <p:cNvSpPr/>
            <p:nvPr/>
          </p:nvSpPr>
          <p:spPr>
            <a:xfrm>
              <a:off x="6691349" y="2676957"/>
              <a:ext cx="4059" cy="3141"/>
            </a:xfrm>
            <a:custGeom>
              <a:avLst/>
              <a:gdLst/>
              <a:ahLst/>
              <a:cxnLst/>
              <a:rect l="l" t="t" r="r" b="b"/>
              <a:pathLst>
                <a:path w="137" h="106" extrusionOk="0">
                  <a:moveTo>
                    <a:pt x="69" y="105"/>
                  </a:moveTo>
                  <a:cubicBezTo>
                    <a:pt x="137" y="105"/>
                    <a:pt x="137" y="0"/>
                    <a:pt x="69" y="0"/>
                  </a:cubicBezTo>
                  <a:cubicBezTo>
                    <a:pt x="1" y="0"/>
                    <a:pt x="1" y="105"/>
                    <a:pt x="69" y="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9"/>
            <p:cNvSpPr/>
            <p:nvPr/>
          </p:nvSpPr>
          <p:spPr>
            <a:xfrm>
              <a:off x="7271781" y="2366698"/>
              <a:ext cx="4800" cy="3703"/>
            </a:xfrm>
            <a:custGeom>
              <a:avLst/>
              <a:gdLst/>
              <a:ahLst/>
              <a:cxnLst/>
              <a:rect l="l" t="t" r="r" b="b"/>
              <a:pathLst>
                <a:path w="162" h="125" extrusionOk="0">
                  <a:moveTo>
                    <a:pt x="87" y="124"/>
                  </a:moveTo>
                  <a:cubicBezTo>
                    <a:pt x="161" y="124"/>
                    <a:pt x="161" y="1"/>
                    <a:pt x="87" y="1"/>
                  </a:cubicBezTo>
                  <a:cubicBezTo>
                    <a:pt x="0" y="1"/>
                    <a:pt x="0" y="124"/>
                    <a:pt x="87" y="1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9"/>
            <p:cNvSpPr/>
            <p:nvPr/>
          </p:nvSpPr>
          <p:spPr>
            <a:xfrm>
              <a:off x="7614245" y="3494587"/>
              <a:ext cx="6992" cy="9747"/>
            </a:xfrm>
            <a:custGeom>
              <a:avLst/>
              <a:gdLst/>
              <a:ahLst/>
              <a:cxnLst/>
              <a:rect l="l" t="t" r="r" b="b"/>
              <a:pathLst>
                <a:path w="236" h="329" extrusionOk="0">
                  <a:moveTo>
                    <a:pt x="32" y="322"/>
                  </a:moveTo>
                  <a:cubicBezTo>
                    <a:pt x="50" y="328"/>
                    <a:pt x="75" y="322"/>
                    <a:pt x="87" y="310"/>
                  </a:cubicBezTo>
                  <a:lnTo>
                    <a:pt x="112" y="291"/>
                  </a:lnTo>
                  <a:cubicBezTo>
                    <a:pt x="118" y="279"/>
                    <a:pt x="124" y="273"/>
                    <a:pt x="124" y="267"/>
                  </a:cubicBezTo>
                  <a:cubicBezTo>
                    <a:pt x="137" y="248"/>
                    <a:pt x="149" y="236"/>
                    <a:pt x="155" y="229"/>
                  </a:cubicBezTo>
                  <a:cubicBezTo>
                    <a:pt x="180" y="199"/>
                    <a:pt x="198" y="174"/>
                    <a:pt x="217" y="143"/>
                  </a:cubicBezTo>
                  <a:cubicBezTo>
                    <a:pt x="235" y="124"/>
                    <a:pt x="235" y="94"/>
                    <a:pt x="229" y="81"/>
                  </a:cubicBezTo>
                  <a:cubicBezTo>
                    <a:pt x="217" y="56"/>
                    <a:pt x="205" y="32"/>
                    <a:pt x="180" y="26"/>
                  </a:cubicBezTo>
                  <a:cubicBezTo>
                    <a:pt x="130" y="1"/>
                    <a:pt x="87" y="32"/>
                    <a:pt x="62" y="81"/>
                  </a:cubicBezTo>
                  <a:cubicBezTo>
                    <a:pt x="56" y="112"/>
                    <a:pt x="44" y="149"/>
                    <a:pt x="32" y="180"/>
                  </a:cubicBezTo>
                  <a:cubicBezTo>
                    <a:pt x="25" y="199"/>
                    <a:pt x="25" y="211"/>
                    <a:pt x="19" y="229"/>
                  </a:cubicBezTo>
                  <a:cubicBezTo>
                    <a:pt x="19" y="236"/>
                    <a:pt x="7" y="242"/>
                    <a:pt x="7" y="248"/>
                  </a:cubicBezTo>
                  <a:cubicBezTo>
                    <a:pt x="7" y="267"/>
                    <a:pt x="7" y="273"/>
                    <a:pt x="1" y="291"/>
                  </a:cubicBezTo>
                  <a:cubicBezTo>
                    <a:pt x="1" y="297"/>
                    <a:pt x="19" y="310"/>
                    <a:pt x="32" y="32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9"/>
            <p:cNvSpPr/>
            <p:nvPr/>
          </p:nvSpPr>
          <p:spPr>
            <a:xfrm>
              <a:off x="7578366" y="3539088"/>
              <a:ext cx="11940" cy="9362"/>
            </a:xfrm>
            <a:custGeom>
              <a:avLst/>
              <a:gdLst/>
              <a:ahLst/>
              <a:cxnLst/>
              <a:rect l="l" t="t" r="r" b="b"/>
              <a:pathLst>
                <a:path w="403" h="316" extrusionOk="0">
                  <a:moveTo>
                    <a:pt x="32" y="278"/>
                  </a:moveTo>
                  <a:cubicBezTo>
                    <a:pt x="50" y="284"/>
                    <a:pt x="63" y="291"/>
                    <a:pt x="87" y="303"/>
                  </a:cubicBezTo>
                  <a:cubicBezTo>
                    <a:pt x="93" y="303"/>
                    <a:pt x="100" y="309"/>
                    <a:pt x="112" y="309"/>
                  </a:cubicBezTo>
                  <a:lnTo>
                    <a:pt x="124" y="309"/>
                  </a:lnTo>
                  <a:cubicBezTo>
                    <a:pt x="131" y="309"/>
                    <a:pt x="131" y="309"/>
                    <a:pt x="124" y="309"/>
                  </a:cubicBezTo>
                  <a:lnTo>
                    <a:pt x="143" y="309"/>
                  </a:lnTo>
                  <a:cubicBezTo>
                    <a:pt x="180" y="315"/>
                    <a:pt x="236" y="291"/>
                    <a:pt x="273" y="278"/>
                  </a:cubicBezTo>
                  <a:cubicBezTo>
                    <a:pt x="310" y="253"/>
                    <a:pt x="341" y="223"/>
                    <a:pt x="365" y="192"/>
                  </a:cubicBezTo>
                  <a:cubicBezTo>
                    <a:pt x="390" y="155"/>
                    <a:pt x="402" y="105"/>
                    <a:pt x="402" y="68"/>
                  </a:cubicBezTo>
                  <a:cubicBezTo>
                    <a:pt x="402" y="37"/>
                    <a:pt x="371" y="0"/>
                    <a:pt x="341" y="6"/>
                  </a:cubicBezTo>
                  <a:cubicBezTo>
                    <a:pt x="304" y="6"/>
                    <a:pt x="279" y="37"/>
                    <a:pt x="279" y="68"/>
                  </a:cubicBezTo>
                  <a:lnTo>
                    <a:pt x="279" y="74"/>
                  </a:lnTo>
                  <a:lnTo>
                    <a:pt x="279" y="74"/>
                  </a:lnTo>
                  <a:cubicBezTo>
                    <a:pt x="279" y="87"/>
                    <a:pt x="279" y="93"/>
                    <a:pt x="273" y="99"/>
                  </a:cubicBezTo>
                  <a:lnTo>
                    <a:pt x="273" y="105"/>
                  </a:lnTo>
                  <a:lnTo>
                    <a:pt x="273" y="105"/>
                  </a:lnTo>
                  <a:cubicBezTo>
                    <a:pt x="273" y="118"/>
                    <a:pt x="266" y="124"/>
                    <a:pt x="266" y="124"/>
                  </a:cubicBezTo>
                  <a:cubicBezTo>
                    <a:pt x="266" y="130"/>
                    <a:pt x="254" y="136"/>
                    <a:pt x="248" y="136"/>
                  </a:cubicBezTo>
                  <a:lnTo>
                    <a:pt x="248" y="136"/>
                  </a:lnTo>
                  <a:cubicBezTo>
                    <a:pt x="248" y="136"/>
                    <a:pt x="248" y="148"/>
                    <a:pt x="242" y="148"/>
                  </a:cubicBezTo>
                  <a:lnTo>
                    <a:pt x="223" y="161"/>
                  </a:lnTo>
                  <a:lnTo>
                    <a:pt x="217" y="167"/>
                  </a:lnTo>
                  <a:cubicBezTo>
                    <a:pt x="205" y="179"/>
                    <a:pt x="192" y="185"/>
                    <a:pt x="180" y="192"/>
                  </a:cubicBezTo>
                  <a:lnTo>
                    <a:pt x="174" y="192"/>
                  </a:lnTo>
                  <a:cubicBezTo>
                    <a:pt x="161" y="192"/>
                    <a:pt x="149" y="198"/>
                    <a:pt x="143" y="210"/>
                  </a:cubicBezTo>
                  <a:lnTo>
                    <a:pt x="131" y="210"/>
                  </a:lnTo>
                  <a:lnTo>
                    <a:pt x="131" y="210"/>
                  </a:lnTo>
                  <a:lnTo>
                    <a:pt x="124" y="210"/>
                  </a:lnTo>
                  <a:lnTo>
                    <a:pt x="118" y="210"/>
                  </a:lnTo>
                  <a:lnTo>
                    <a:pt x="112" y="210"/>
                  </a:lnTo>
                  <a:lnTo>
                    <a:pt x="87" y="210"/>
                  </a:lnTo>
                  <a:cubicBezTo>
                    <a:pt x="87" y="210"/>
                    <a:pt x="81" y="210"/>
                    <a:pt x="87" y="210"/>
                  </a:cubicBezTo>
                  <a:lnTo>
                    <a:pt x="69" y="210"/>
                  </a:lnTo>
                  <a:cubicBezTo>
                    <a:pt x="25" y="210"/>
                    <a:pt x="1" y="260"/>
                    <a:pt x="32" y="27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9"/>
            <p:cNvSpPr/>
            <p:nvPr/>
          </p:nvSpPr>
          <p:spPr>
            <a:xfrm>
              <a:off x="7553657" y="3524985"/>
              <a:ext cx="16680" cy="9718"/>
            </a:xfrm>
            <a:custGeom>
              <a:avLst/>
              <a:gdLst/>
              <a:ahLst/>
              <a:cxnLst/>
              <a:rect l="l" t="t" r="r" b="b"/>
              <a:pathLst>
                <a:path w="563" h="328" extrusionOk="0">
                  <a:moveTo>
                    <a:pt x="93" y="291"/>
                  </a:moveTo>
                  <a:cubicBezTo>
                    <a:pt x="100" y="272"/>
                    <a:pt x="118" y="260"/>
                    <a:pt x="124" y="254"/>
                  </a:cubicBezTo>
                  <a:lnTo>
                    <a:pt x="149" y="229"/>
                  </a:lnTo>
                  <a:lnTo>
                    <a:pt x="155" y="223"/>
                  </a:lnTo>
                  <a:lnTo>
                    <a:pt x="155" y="223"/>
                  </a:lnTo>
                  <a:cubicBezTo>
                    <a:pt x="155" y="223"/>
                    <a:pt x="161" y="223"/>
                    <a:pt x="161" y="210"/>
                  </a:cubicBezTo>
                  <a:cubicBezTo>
                    <a:pt x="174" y="204"/>
                    <a:pt x="180" y="204"/>
                    <a:pt x="186" y="198"/>
                  </a:cubicBezTo>
                  <a:cubicBezTo>
                    <a:pt x="192" y="198"/>
                    <a:pt x="192" y="186"/>
                    <a:pt x="205" y="186"/>
                  </a:cubicBezTo>
                  <a:lnTo>
                    <a:pt x="211" y="186"/>
                  </a:lnTo>
                  <a:lnTo>
                    <a:pt x="217" y="186"/>
                  </a:lnTo>
                  <a:cubicBezTo>
                    <a:pt x="223" y="186"/>
                    <a:pt x="223" y="186"/>
                    <a:pt x="236" y="180"/>
                  </a:cubicBezTo>
                  <a:cubicBezTo>
                    <a:pt x="242" y="180"/>
                    <a:pt x="242" y="180"/>
                    <a:pt x="248" y="173"/>
                  </a:cubicBezTo>
                  <a:lnTo>
                    <a:pt x="273" y="173"/>
                  </a:lnTo>
                  <a:lnTo>
                    <a:pt x="297" y="173"/>
                  </a:lnTo>
                  <a:lnTo>
                    <a:pt x="285" y="173"/>
                  </a:lnTo>
                  <a:lnTo>
                    <a:pt x="303" y="173"/>
                  </a:lnTo>
                  <a:lnTo>
                    <a:pt x="334" y="173"/>
                  </a:lnTo>
                  <a:lnTo>
                    <a:pt x="347" y="173"/>
                  </a:lnTo>
                  <a:lnTo>
                    <a:pt x="359" y="173"/>
                  </a:lnTo>
                  <a:lnTo>
                    <a:pt x="359" y="173"/>
                  </a:lnTo>
                  <a:lnTo>
                    <a:pt x="371" y="173"/>
                  </a:lnTo>
                  <a:cubicBezTo>
                    <a:pt x="378" y="173"/>
                    <a:pt x="396" y="173"/>
                    <a:pt x="402" y="180"/>
                  </a:cubicBezTo>
                  <a:lnTo>
                    <a:pt x="402" y="180"/>
                  </a:lnTo>
                  <a:cubicBezTo>
                    <a:pt x="408" y="180"/>
                    <a:pt x="427" y="186"/>
                    <a:pt x="433" y="186"/>
                  </a:cubicBezTo>
                  <a:cubicBezTo>
                    <a:pt x="452" y="198"/>
                    <a:pt x="464" y="198"/>
                    <a:pt x="470" y="186"/>
                  </a:cubicBezTo>
                  <a:lnTo>
                    <a:pt x="483" y="198"/>
                  </a:lnTo>
                  <a:cubicBezTo>
                    <a:pt x="501" y="210"/>
                    <a:pt x="532" y="204"/>
                    <a:pt x="551" y="180"/>
                  </a:cubicBezTo>
                  <a:cubicBezTo>
                    <a:pt x="563" y="161"/>
                    <a:pt x="563" y="136"/>
                    <a:pt x="544" y="112"/>
                  </a:cubicBezTo>
                  <a:lnTo>
                    <a:pt x="526" y="93"/>
                  </a:lnTo>
                  <a:cubicBezTo>
                    <a:pt x="501" y="31"/>
                    <a:pt x="421" y="0"/>
                    <a:pt x="359" y="0"/>
                  </a:cubicBezTo>
                  <a:cubicBezTo>
                    <a:pt x="328" y="0"/>
                    <a:pt x="303" y="0"/>
                    <a:pt x="273" y="13"/>
                  </a:cubicBezTo>
                  <a:cubicBezTo>
                    <a:pt x="266" y="13"/>
                    <a:pt x="248" y="13"/>
                    <a:pt x="242" y="19"/>
                  </a:cubicBezTo>
                  <a:cubicBezTo>
                    <a:pt x="236" y="19"/>
                    <a:pt x="217" y="25"/>
                    <a:pt x="211" y="31"/>
                  </a:cubicBezTo>
                  <a:cubicBezTo>
                    <a:pt x="205" y="31"/>
                    <a:pt x="186" y="56"/>
                    <a:pt x="186" y="50"/>
                  </a:cubicBezTo>
                  <a:lnTo>
                    <a:pt x="186" y="50"/>
                  </a:lnTo>
                  <a:lnTo>
                    <a:pt x="180" y="50"/>
                  </a:lnTo>
                  <a:cubicBezTo>
                    <a:pt x="174" y="50"/>
                    <a:pt x="174" y="56"/>
                    <a:pt x="161" y="56"/>
                  </a:cubicBezTo>
                  <a:cubicBezTo>
                    <a:pt x="155" y="68"/>
                    <a:pt x="149" y="68"/>
                    <a:pt x="130" y="75"/>
                  </a:cubicBezTo>
                  <a:cubicBezTo>
                    <a:pt x="112" y="87"/>
                    <a:pt x="87" y="105"/>
                    <a:pt x="69" y="130"/>
                  </a:cubicBezTo>
                  <a:cubicBezTo>
                    <a:pt x="32" y="167"/>
                    <a:pt x="7" y="210"/>
                    <a:pt x="1" y="260"/>
                  </a:cubicBezTo>
                  <a:cubicBezTo>
                    <a:pt x="25" y="303"/>
                    <a:pt x="69" y="328"/>
                    <a:pt x="93" y="29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9"/>
            <p:cNvSpPr/>
            <p:nvPr/>
          </p:nvSpPr>
          <p:spPr>
            <a:xfrm>
              <a:off x="7497098" y="3574759"/>
              <a:ext cx="5540" cy="4444"/>
            </a:xfrm>
            <a:custGeom>
              <a:avLst/>
              <a:gdLst/>
              <a:ahLst/>
              <a:cxnLst/>
              <a:rect l="l" t="t" r="r" b="b"/>
              <a:pathLst>
                <a:path w="187" h="150" extrusionOk="0">
                  <a:moveTo>
                    <a:pt x="93" y="149"/>
                  </a:moveTo>
                  <a:cubicBezTo>
                    <a:pt x="186" y="149"/>
                    <a:pt x="186" y="1"/>
                    <a:pt x="93" y="1"/>
                  </a:cubicBezTo>
                  <a:cubicBezTo>
                    <a:pt x="1" y="1"/>
                    <a:pt x="1" y="149"/>
                    <a:pt x="93" y="14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0" name="Google Shape;550;p39"/>
          <p:cNvSpPr/>
          <p:nvPr/>
        </p:nvSpPr>
        <p:spPr>
          <a:xfrm>
            <a:off x="6087573" y="3802104"/>
            <a:ext cx="468111" cy="919698"/>
          </a:xfrm>
          <a:custGeom>
            <a:avLst/>
            <a:gdLst/>
            <a:ahLst/>
            <a:cxnLst/>
            <a:rect l="l" t="t" r="r" b="b"/>
            <a:pathLst>
              <a:path w="11474" h="22543" extrusionOk="0">
                <a:moveTo>
                  <a:pt x="6358" y="0"/>
                </a:moveTo>
                <a:lnTo>
                  <a:pt x="6358" y="0"/>
                </a:lnTo>
                <a:cubicBezTo>
                  <a:pt x="6457" y="93"/>
                  <a:pt x="6500" y="247"/>
                  <a:pt x="6457" y="377"/>
                </a:cubicBezTo>
                <a:cubicBezTo>
                  <a:pt x="6284" y="229"/>
                  <a:pt x="6092" y="130"/>
                  <a:pt x="5876" y="87"/>
                </a:cubicBezTo>
                <a:cubicBezTo>
                  <a:pt x="5814" y="155"/>
                  <a:pt x="5783" y="241"/>
                  <a:pt x="5777" y="334"/>
                </a:cubicBezTo>
                <a:cubicBezTo>
                  <a:pt x="5685" y="254"/>
                  <a:pt x="5623" y="136"/>
                  <a:pt x="5604" y="25"/>
                </a:cubicBezTo>
                <a:cubicBezTo>
                  <a:pt x="5481" y="155"/>
                  <a:pt x="5407" y="334"/>
                  <a:pt x="5382" y="519"/>
                </a:cubicBezTo>
                <a:cubicBezTo>
                  <a:pt x="5295" y="470"/>
                  <a:pt x="5227" y="402"/>
                  <a:pt x="5166" y="321"/>
                </a:cubicBezTo>
                <a:cubicBezTo>
                  <a:pt x="5067" y="470"/>
                  <a:pt x="5061" y="674"/>
                  <a:pt x="5135" y="834"/>
                </a:cubicBezTo>
                <a:cubicBezTo>
                  <a:pt x="5073" y="828"/>
                  <a:pt x="5011" y="828"/>
                  <a:pt x="4949" y="816"/>
                </a:cubicBezTo>
                <a:lnTo>
                  <a:pt x="4949" y="816"/>
                </a:lnTo>
                <a:cubicBezTo>
                  <a:pt x="4912" y="908"/>
                  <a:pt x="5011" y="995"/>
                  <a:pt x="5042" y="1094"/>
                </a:cubicBezTo>
                <a:cubicBezTo>
                  <a:pt x="5091" y="1267"/>
                  <a:pt x="4912" y="1452"/>
                  <a:pt x="4968" y="1909"/>
                </a:cubicBezTo>
                <a:cubicBezTo>
                  <a:pt x="4962" y="1885"/>
                  <a:pt x="4931" y="1858"/>
                  <a:pt x="4897" y="1858"/>
                </a:cubicBezTo>
                <a:cubicBezTo>
                  <a:pt x="4817" y="1858"/>
                  <a:pt x="4721" y="2010"/>
                  <a:pt x="4912" y="2719"/>
                </a:cubicBezTo>
                <a:cubicBezTo>
                  <a:pt x="4949" y="2712"/>
                  <a:pt x="4999" y="2694"/>
                  <a:pt x="5036" y="2688"/>
                </a:cubicBezTo>
                <a:lnTo>
                  <a:pt x="5036" y="2688"/>
                </a:lnTo>
                <a:cubicBezTo>
                  <a:pt x="5061" y="2756"/>
                  <a:pt x="5011" y="2824"/>
                  <a:pt x="4956" y="2873"/>
                </a:cubicBezTo>
                <a:cubicBezTo>
                  <a:pt x="4844" y="2972"/>
                  <a:pt x="4690" y="2990"/>
                  <a:pt x="4542" y="3009"/>
                </a:cubicBezTo>
                <a:cubicBezTo>
                  <a:pt x="3847" y="3123"/>
                  <a:pt x="3187" y="3492"/>
                  <a:pt x="2483" y="3492"/>
                </a:cubicBezTo>
                <a:cubicBezTo>
                  <a:pt x="2461" y="3492"/>
                  <a:pt x="2439" y="3492"/>
                  <a:pt x="2416" y="3491"/>
                </a:cubicBezTo>
                <a:lnTo>
                  <a:pt x="2416" y="3491"/>
                </a:lnTo>
                <a:cubicBezTo>
                  <a:pt x="2472" y="4195"/>
                  <a:pt x="1724" y="4350"/>
                  <a:pt x="1434" y="4881"/>
                </a:cubicBezTo>
                <a:cubicBezTo>
                  <a:pt x="1366" y="5011"/>
                  <a:pt x="1335" y="5159"/>
                  <a:pt x="1249" y="5276"/>
                </a:cubicBezTo>
                <a:cubicBezTo>
                  <a:pt x="1088" y="5499"/>
                  <a:pt x="785" y="5598"/>
                  <a:pt x="631" y="5820"/>
                </a:cubicBezTo>
                <a:cubicBezTo>
                  <a:pt x="507" y="5999"/>
                  <a:pt x="495" y="6234"/>
                  <a:pt x="470" y="6450"/>
                </a:cubicBezTo>
                <a:cubicBezTo>
                  <a:pt x="340" y="7568"/>
                  <a:pt x="248" y="7976"/>
                  <a:pt x="1" y="10163"/>
                </a:cubicBezTo>
                <a:cubicBezTo>
                  <a:pt x="149" y="10101"/>
                  <a:pt x="273" y="9990"/>
                  <a:pt x="353" y="9854"/>
                </a:cubicBezTo>
                <a:lnTo>
                  <a:pt x="353" y="9854"/>
                </a:lnTo>
                <a:cubicBezTo>
                  <a:pt x="439" y="9978"/>
                  <a:pt x="353" y="10145"/>
                  <a:pt x="303" y="10287"/>
                </a:cubicBezTo>
                <a:cubicBezTo>
                  <a:pt x="242" y="10423"/>
                  <a:pt x="254" y="10639"/>
                  <a:pt x="402" y="10664"/>
                </a:cubicBezTo>
                <a:cubicBezTo>
                  <a:pt x="285" y="10781"/>
                  <a:pt x="340" y="11022"/>
                  <a:pt x="495" y="11065"/>
                </a:cubicBezTo>
                <a:cubicBezTo>
                  <a:pt x="489" y="11189"/>
                  <a:pt x="520" y="11337"/>
                  <a:pt x="588" y="11436"/>
                </a:cubicBezTo>
                <a:cubicBezTo>
                  <a:pt x="604" y="11452"/>
                  <a:pt x="745" y="11580"/>
                  <a:pt x="806" y="11580"/>
                </a:cubicBezTo>
                <a:cubicBezTo>
                  <a:pt x="839" y="11580"/>
                  <a:pt x="849" y="11542"/>
                  <a:pt x="804" y="11430"/>
                </a:cubicBezTo>
                <a:cubicBezTo>
                  <a:pt x="711" y="11195"/>
                  <a:pt x="773" y="10948"/>
                  <a:pt x="816" y="10911"/>
                </a:cubicBezTo>
                <a:cubicBezTo>
                  <a:pt x="832" y="10899"/>
                  <a:pt x="844" y="10894"/>
                  <a:pt x="854" y="10894"/>
                </a:cubicBezTo>
                <a:cubicBezTo>
                  <a:pt x="947" y="10894"/>
                  <a:pt x="789" y="11386"/>
                  <a:pt x="940" y="11559"/>
                </a:cubicBezTo>
                <a:cubicBezTo>
                  <a:pt x="979" y="11602"/>
                  <a:pt x="1034" y="11629"/>
                  <a:pt x="1079" y="11629"/>
                </a:cubicBezTo>
                <a:cubicBezTo>
                  <a:pt x="1126" y="11629"/>
                  <a:pt x="1162" y="11598"/>
                  <a:pt x="1156" y="11522"/>
                </a:cubicBezTo>
                <a:cubicBezTo>
                  <a:pt x="1150" y="11393"/>
                  <a:pt x="940" y="11226"/>
                  <a:pt x="1422" y="10330"/>
                </a:cubicBezTo>
                <a:cubicBezTo>
                  <a:pt x="1663" y="10410"/>
                  <a:pt x="1836" y="10633"/>
                  <a:pt x="1879" y="10880"/>
                </a:cubicBezTo>
                <a:cubicBezTo>
                  <a:pt x="2033" y="10867"/>
                  <a:pt x="2077" y="10633"/>
                  <a:pt x="2002" y="10497"/>
                </a:cubicBezTo>
                <a:cubicBezTo>
                  <a:pt x="1817" y="10138"/>
                  <a:pt x="1453" y="10349"/>
                  <a:pt x="1539" y="8199"/>
                </a:cubicBezTo>
                <a:lnTo>
                  <a:pt x="1539" y="8199"/>
                </a:lnTo>
                <a:cubicBezTo>
                  <a:pt x="1601" y="8254"/>
                  <a:pt x="1650" y="8304"/>
                  <a:pt x="1706" y="8347"/>
                </a:cubicBezTo>
                <a:cubicBezTo>
                  <a:pt x="1829" y="7982"/>
                  <a:pt x="1693" y="7575"/>
                  <a:pt x="1755" y="7198"/>
                </a:cubicBezTo>
                <a:cubicBezTo>
                  <a:pt x="1823" y="6790"/>
                  <a:pt x="2157" y="6432"/>
                  <a:pt x="2565" y="6339"/>
                </a:cubicBezTo>
                <a:cubicBezTo>
                  <a:pt x="2571" y="6432"/>
                  <a:pt x="2608" y="6425"/>
                  <a:pt x="2602" y="6518"/>
                </a:cubicBezTo>
                <a:cubicBezTo>
                  <a:pt x="1761" y="14253"/>
                  <a:pt x="2546" y="13821"/>
                  <a:pt x="2157" y="15303"/>
                </a:cubicBezTo>
                <a:cubicBezTo>
                  <a:pt x="2373" y="15211"/>
                  <a:pt x="2577" y="15087"/>
                  <a:pt x="2762" y="14945"/>
                </a:cubicBezTo>
                <a:lnTo>
                  <a:pt x="2762" y="14945"/>
                </a:lnTo>
                <a:cubicBezTo>
                  <a:pt x="2731" y="15266"/>
                  <a:pt x="2694" y="15581"/>
                  <a:pt x="2663" y="15903"/>
                </a:cubicBezTo>
                <a:cubicBezTo>
                  <a:pt x="2818" y="15859"/>
                  <a:pt x="2979" y="15816"/>
                  <a:pt x="3133" y="15779"/>
                </a:cubicBezTo>
                <a:lnTo>
                  <a:pt x="3133" y="15779"/>
                </a:lnTo>
                <a:cubicBezTo>
                  <a:pt x="3077" y="16551"/>
                  <a:pt x="2824" y="17305"/>
                  <a:pt x="2410" y="17954"/>
                </a:cubicBezTo>
                <a:cubicBezTo>
                  <a:pt x="2428" y="17961"/>
                  <a:pt x="2447" y="17965"/>
                  <a:pt x="2468" y="17965"/>
                </a:cubicBezTo>
                <a:cubicBezTo>
                  <a:pt x="2533" y="17965"/>
                  <a:pt x="2606" y="17928"/>
                  <a:pt x="2639" y="17867"/>
                </a:cubicBezTo>
                <a:lnTo>
                  <a:pt x="2639" y="17867"/>
                </a:lnTo>
                <a:cubicBezTo>
                  <a:pt x="2534" y="18689"/>
                  <a:pt x="2219" y="19467"/>
                  <a:pt x="1731" y="20135"/>
                </a:cubicBezTo>
                <a:cubicBezTo>
                  <a:pt x="1764" y="20138"/>
                  <a:pt x="1799" y="20140"/>
                  <a:pt x="1834" y="20140"/>
                </a:cubicBezTo>
                <a:cubicBezTo>
                  <a:pt x="1916" y="20140"/>
                  <a:pt x="2001" y="20130"/>
                  <a:pt x="2083" y="20104"/>
                </a:cubicBezTo>
                <a:lnTo>
                  <a:pt x="2083" y="20104"/>
                </a:lnTo>
                <a:cubicBezTo>
                  <a:pt x="1771" y="21062"/>
                  <a:pt x="2514" y="22011"/>
                  <a:pt x="3465" y="22011"/>
                </a:cubicBezTo>
                <a:cubicBezTo>
                  <a:pt x="3569" y="22011"/>
                  <a:pt x="3674" y="21999"/>
                  <a:pt x="3782" y="21976"/>
                </a:cubicBezTo>
                <a:cubicBezTo>
                  <a:pt x="3992" y="21358"/>
                  <a:pt x="3046" y="20765"/>
                  <a:pt x="3275" y="20147"/>
                </a:cubicBezTo>
                <a:cubicBezTo>
                  <a:pt x="3355" y="19918"/>
                  <a:pt x="3460" y="19949"/>
                  <a:pt x="3745" y="19282"/>
                </a:cubicBezTo>
                <a:cubicBezTo>
                  <a:pt x="4202" y="18232"/>
                  <a:pt x="4801" y="17237"/>
                  <a:pt x="4943" y="16100"/>
                </a:cubicBezTo>
                <a:cubicBezTo>
                  <a:pt x="4986" y="15736"/>
                  <a:pt x="5073" y="15384"/>
                  <a:pt x="5203" y="15044"/>
                </a:cubicBezTo>
                <a:cubicBezTo>
                  <a:pt x="5252" y="15087"/>
                  <a:pt x="5289" y="15137"/>
                  <a:pt x="5326" y="15180"/>
                </a:cubicBezTo>
                <a:cubicBezTo>
                  <a:pt x="5414" y="14719"/>
                  <a:pt x="5342" y="14409"/>
                  <a:pt x="5356" y="14409"/>
                </a:cubicBezTo>
                <a:lnTo>
                  <a:pt x="5356" y="14409"/>
                </a:lnTo>
                <a:cubicBezTo>
                  <a:pt x="5366" y="14409"/>
                  <a:pt x="5426" y="14587"/>
                  <a:pt x="5641" y="15013"/>
                </a:cubicBezTo>
                <a:cubicBezTo>
                  <a:pt x="5715" y="14772"/>
                  <a:pt x="5790" y="14531"/>
                  <a:pt x="5864" y="14296"/>
                </a:cubicBezTo>
                <a:cubicBezTo>
                  <a:pt x="7371" y="17917"/>
                  <a:pt x="6877" y="17645"/>
                  <a:pt x="7105" y="18578"/>
                </a:cubicBezTo>
                <a:cubicBezTo>
                  <a:pt x="7346" y="19579"/>
                  <a:pt x="7390" y="18874"/>
                  <a:pt x="7087" y="20573"/>
                </a:cubicBezTo>
                <a:cubicBezTo>
                  <a:pt x="7167" y="20493"/>
                  <a:pt x="7260" y="20444"/>
                  <a:pt x="7359" y="20413"/>
                </a:cubicBezTo>
                <a:lnTo>
                  <a:pt x="7359" y="20413"/>
                </a:lnTo>
                <a:cubicBezTo>
                  <a:pt x="7272" y="20616"/>
                  <a:pt x="7489" y="20820"/>
                  <a:pt x="7569" y="21030"/>
                </a:cubicBezTo>
                <a:cubicBezTo>
                  <a:pt x="7705" y="21401"/>
                  <a:pt x="7384" y="21963"/>
                  <a:pt x="7822" y="22377"/>
                </a:cubicBezTo>
                <a:cubicBezTo>
                  <a:pt x="7944" y="22490"/>
                  <a:pt x="8084" y="22543"/>
                  <a:pt x="8217" y="22543"/>
                </a:cubicBezTo>
                <a:cubicBezTo>
                  <a:pt x="8513" y="22543"/>
                  <a:pt x="8772" y="22278"/>
                  <a:pt x="8712" y="21821"/>
                </a:cubicBezTo>
                <a:cubicBezTo>
                  <a:pt x="8675" y="21512"/>
                  <a:pt x="8372" y="20833"/>
                  <a:pt x="8409" y="20394"/>
                </a:cubicBezTo>
                <a:cubicBezTo>
                  <a:pt x="8421" y="20258"/>
                  <a:pt x="8434" y="20116"/>
                  <a:pt x="8446" y="19980"/>
                </a:cubicBezTo>
                <a:cubicBezTo>
                  <a:pt x="8502" y="20011"/>
                  <a:pt x="8551" y="20030"/>
                  <a:pt x="8601" y="20060"/>
                </a:cubicBezTo>
                <a:cubicBezTo>
                  <a:pt x="8378" y="16786"/>
                  <a:pt x="8075" y="16032"/>
                  <a:pt x="8187" y="15767"/>
                </a:cubicBezTo>
                <a:cubicBezTo>
                  <a:pt x="8220" y="15690"/>
                  <a:pt x="8303" y="15627"/>
                  <a:pt x="8385" y="15627"/>
                </a:cubicBezTo>
                <a:cubicBezTo>
                  <a:pt x="8408" y="15627"/>
                  <a:pt x="8431" y="15632"/>
                  <a:pt x="8452" y="15643"/>
                </a:cubicBezTo>
                <a:cubicBezTo>
                  <a:pt x="8514" y="15097"/>
                  <a:pt x="8518" y="14905"/>
                  <a:pt x="8539" y="14905"/>
                </a:cubicBezTo>
                <a:cubicBezTo>
                  <a:pt x="8553" y="14905"/>
                  <a:pt x="8576" y="14998"/>
                  <a:pt x="8631" y="15130"/>
                </a:cubicBezTo>
                <a:cubicBezTo>
                  <a:pt x="8706" y="14185"/>
                  <a:pt x="8910" y="13277"/>
                  <a:pt x="8934" y="12332"/>
                </a:cubicBezTo>
                <a:cubicBezTo>
                  <a:pt x="8959" y="11578"/>
                  <a:pt x="8990" y="10818"/>
                  <a:pt x="9027" y="10064"/>
                </a:cubicBezTo>
                <a:cubicBezTo>
                  <a:pt x="9076" y="10126"/>
                  <a:pt x="9120" y="10194"/>
                  <a:pt x="9169" y="10256"/>
                </a:cubicBezTo>
                <a:cubicBezTo>
                  <a:pt x="9126" y="9576"/>
                  <a:pt x="9126" y="8872"/>
                  <a:pt x="9095" y="8192"/>
                </a:cubicBezTo>
                <a:lnTo>
                  <a:pt x="9095" y="8192"/>
                </a:lnTo>
                <a:cubicBezTo>
                  <a:pt x="9144" y="8223"/>
                  <a:pt x="9200" y="8254"/>
                  <a:pt x="9243" y="8285"/>
                </a:cubicBezTo>
                <a:cubicBezTo>
                  <a:pt x="9225" y="7717"/>
                  <a:pt x="9218" y="7136"/>
                  <a:pt x="9212" y="6561"/>
                </a:cubicBezTo>
                <a:cubicBezTo>
                  <a:pt x="9214" y="6559"/>
                  <a:pt x="9216" y="6557"/>
                  <a:pt x="9218" y="6556"/>
                </a:cubicBezTo>
                <a:lnTo>
                  <a:pt x="9218" y="6556"/>
                </a:lnTo>
                <a:cubicBezTo>
                  <a:pt x="9225" y="6589"/>
                  <a:pt x="9255" y="6624"/>
                  <a:pt x="9278" y="6624"/>
                </a:cubicBezTo>
                <a:cubicBezTo>
                  <a:pt x="9282" y="6624"/>
                  <a:pt x="9286" y="6623"/>
                  <a:pt x="9290" y="6621"/>
                </a:cubicBezTo>
                <a:lnTo>
                  <a:pt x="9290" y="6621"/>
                </a:lnTo>
                <a:cubicBezTo>
                  <a:pt x="9271" y="6597"/>
                  <a:pt x="9252" y="6573"/>
                  <a:pt x="9233" y="6548"/>
                </a:cubicBezTo>
                <a:lnTo>
                  <a:pt x="9233" y="6548"/>
                </a:lnTo>
                <a:cubicBezTo>
                  <a:pt x="9227" y="6550"/>
                  <a:pt x="9222" y="6552"/>
                  <a:pt x="9218" y="6556"/>
                </a:cubicBezTo>
                <a:lnTo>
                  <a:pt x="9218" y="6556"/>
                </a:lnTo>
                <a:cubicBezTo>
                  <a:pt x="9217" y="6547"/>
                  <a:pt x="9216" y="6538"/>
                  <a:pt x="9218" y="6530"/>
                </a:cubicBezTo>
                <a:lnTo>
                  <a:pt x="9218" y="6530"/>
                </a:lnTo>
                <a:cubicBezTo>
                  <a:pt x="9223" y="6536"/>
                  <a:pt x="9228" y="6542"/>
                  <a:pt x="9233" y="6548"/>
                </a:cubicBezTo>
                <a:lnTo>
                  <a:pt x="9233" y="6548"/>
                </a:lnTo>
                <a:cubicBezTo>
                  <a:pt x="9237" y="6547"/>
                  <a:pt x="9242" y="6546"/>
                  <a:pt x="9247" y="6546"/>
                </a:cubicBezTo>
                <a:cubicBezTo>
                  <a:pt x="9280" y="6546"/>
                  <a:pt x="9316" y="6575"/>
                  <a:pt x="9299" y="6611"/>
                </a:cubicBezTo>
                <a:cubicBezTo>
                  <a:pt x="9296" y="6615"/>
                  <a:pt x="9293" y="6618"/>
                  <a:pt x="9290" y="6621"/>
                </a:cubicBezTo>
                <a:lnTo>
                  <a:pt x="9290" y="6621"/>
                </a:lnTo>
                <a:cubicBezTo>
                  <a:pt x="9702" y="7144"/>
                  <a:pt x="9718" y="7192"/>
                  <a:pt x="9889" y="7192"/>
                </a:cubicBezTo>
                <a:cubicBezTo>
                  <a:pt x="9905" y="7192"/>
                  <a:pt x="9922" y="7192"/>
                  <a:pt x="9941" y="7192"/>
                </a:cubicBezTo>
                <a:cubicBezTo>
                  <a:pt x="10195" y="7179"/>
                  <a:pt x="10460" y="7167"/>
                  <a:pt x="10689" y="7037"/>
                </a:cubicBezTo>
                <a:cubicBezTo>
                  <a:pt x="11473" y="6574"/>
                  <a:pt x="11115" y="5474"/>
                  <a:pt x="10961" y="4998"/>
                </a:cubicBezTo>
                <a:lnTo>
                  <a:pt x="10961" y="4998"/>
                </a:lnTo>
                <a:cubicBezTo>
                  <a:pt x="10905" y="5042"/>
                  <a:pt x="10849" y="5079"/>
                  <a:pt x="10794" y="5122"/>
                </a:cubicBezTo>
                <a:cubicBezTo>
                  <a:pt x="10751" y="4943"/>
                  <a:pt x="10695" y="4770"/>
                  <a:pt x="10652" y="4597"/>
                </a:cubicBezTo>
                <a:cubicBezTo>
                  <a:pt x="10621" y="4726"/>
                  <a:pt x="10590" y="4850"/>
                  <a:pt x="10559" y="4980"/>
                </a:cubicBezTo>
                <a:cubicBezTo>
                  <a:pt x="10188" y="4572"/>
                  <a:pt x="10374" y="4214"/>
                  <a:pt x="10219" y="4059"/>
                </a:cubicBezTo>
                <a:cubicBezTo>
                  <a:pt x="10192" y="4032"/>
                  <a:pt x="10157" y="4021"/>
                  <a:pt x="10121" y="4021"/>
                </a:cubicBezTo>
                <a:cubicBezTo>
                  <a:pt x="10043" y="4021"/>
                  <a:pt x="9967" y="4076"/>
                  <a:pt x="9990" y="4143"/>
                </a:cubicBezTo>
                <a:lnTo>
                  <a:pt x="9990" y="4143"/>
                </a:lnTo>
                <a:cubicBezTo>
                  <a:pt x="9928" y="3971"/>
                  <a:pt x="9879" y="3811"/>
                  <a:pt x="9824" y="3645"/>
                </a:cubicBezTo>
                <a:cubicBezTo>
                  <a:pt x="9744" y="3658"/>
                  <a:pt x="9682" y="3713"/>
                  <a:pt x="9645" y="3775"/>
                </a:cubicBezTo>
                <a:cubicBezTo>
                  <a:pt x="9669" y="3658"/>
                  <a:pt x="9639" y="3534"/>
                  <a:pt x="9552" y="3454"/>
                </a:cubicBezTo>
                <a:cubicBezTo>
                  <a:pt x="9447" y="3559"/>
                  <a:pt x="9175" y="3565"/>
                  <a:pt x="9169" y="3744"/>
                </a:cubicBezTo>
                <a:cubicBezTo>
                  <a:pt x="9169" y="3806"/>
                  <a:pt x="9232" y="3858"/>
                  <a:pt x="9284" y="3858"/>
                </a:cubicBezTo>
                <a:cubicBezTo>
                  <a:pt x="9305" y="3858"/>
                  <a:pt x="9323" y="3850"/>
                  <a:pt x="9336" y="3831"/>
                </a:cubicBezTo>
                <a:lnTo>
                  <a:pt x="9336" y="3831"/>
                </a:lnTo>
                <a:cubicBezTo>
                  <a:pt x="9373" y="3905"/>
                  <a:pt x="9354" y="4004"/>
                  <a:pt x="9293" y="4059"/>
                </a:cubicBezTo>
                <a:cubicBezTo>
                  <a:pt x="9157" y="3923"/>
                  <a:pt x="9052" y="3763"/>
                  <a:pt x="8971" y="3590"/>
                </a:cubicBezTo>
                <a:cubicBezTo>
                  <a:pt x="8566" y="3744"/>
                  <a:pt x="8731" y="3973"/>
                  <a:pt x="8852" y="3973"/>
                </a:cubicBezTo>
                <a:cubicBezTo>
                  <a:pt x="8871" y="3973"/>
                  <a:pt x="8889" y="3967"/>
                  <a:pt x="8903" y="3954"/>
                </a:cubicBezTo>
                <a:cubicBezTo>
                  <a:pt x="9107" y="4164"/>
                  <a:pt x="9163" y="4510"/>
                  <a:pt x="9033" y="4770"/>
                </a:cubicBezTo>
                <a:cubicBezTo>
                  <a:pt x="8953" y="4603"/>
                  <a:pt x="8860" y="4442"/>
                  <a:pt x="8755" y="4288"/>
                </a:cubicBezTo>
                <a:cubicBezTo>
                  <a:pt x="8681" y="4393"/>
                  <a:pt x="8675" y="4541"/>
                  <a:pt x="8743" y="4646"/>
                </a:cubicBezTo>
                <a:cubicBezTo>
                  <a:pt x="8323" y="4516"/>
                  <a:pt x="7853" y="4306"/>
                  <a:pt x="7476" y="4201"/>
                </a:cubicBezTo>
                <a:cubicBezTo>
                  <a:pt x="7390" y="4170"/>
                  <a:pt x="7470" y="4121"/>
                  <a:pt x="7476" y="4102"/>
                </a:cubicBezTo>
                <a:cubicBezTo>
                  <a:pt x="7482" y="4059"/>
                  <a:pt x="7501" y="4102"/>
                  <a:pt x="6778" y="3281"/>
                </a:cubicBezTo>
                <a:cubicBezTo>
                  <a:pt x="6871" y="3095"/>
                  <a:pt x="6951" y="2898"/>
                  <a:pt x="7007" y="2694"/>
                </a:cubicBezTo>
                <a:cubicBezTo>
                  <a:pt x="7028" y="2740"/>
                  <a:pt x="7075" y="2761"/>
                  <a:pt x="7123" y="2761"/>
                </a:cubicBezTo>
                <a:cubicBezTo>
                  <a:pt x="7159" y="2761"/>
                  <a:pt x="7196" y="2749"/>
                  <a:pt x="7223" y="2725"/>
                </a:cubicBezTo>
                <a:cubicBezTo>
                  <a:pt x="7322" y="2651"/>
                  <a:pt x="7377" y="2391"/>
                  <a:pt x="7408" y="2224"/>
                </a:cubicBezTo>
                <a:cubicBezTo>
                  <a:pt x="7447" y="2005"/>
                  <a:pt x="7363" y="1937"/>
                  <a:pt x="7287" y="1937"/>
                </a:cubicBezTo>
                <a:cubicBezTo>
                  <a:pt x="7246" y="1937"/>
                  <a:pt x="7208" y="1958"/>
                  <a:pt x="7194" y="1985"/>
                </a:cubicBezTo>
                <a:lnTo>
                  <a:pt x="7194" y="1985"/>
                </a:lnTo>
                <a:cubicBezTo>
                  <a:pt x="7387" y="1548"/>
                  <a:pt x="7013" y="1104"/>
                  <a:pt x="7013" y="643"/>
                </a:cubicBezTo>
                <a:cubicBezTo>
                  <a:pt x="7013" y="408"/>
                  <a:pt x="7021" y="312"/>
                  <a:pt x="6995" y="312"/>
                </a:cubicBezTo>
                <a:cubicBezTo>
                  <a:pt x="6975" y="312"/>
                  <a:pt x="6934" y="372"/>
                  <a:pt x="6852" y="470"/>
                </a:cubicBezTo>
                <a:cubicBezTo>
                  <a:pt x="6790" y="241"/>
                  <a:pt x="6587" y="43"/>
                  <a:pt x="635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39"/>
          <p:cNvSpPr/>
          <p:nvPr/>
        </p:nvSpPr>
        <p:spPr>
          <a:xfrm>
            <a:off x="8004128" y="3960573"/>
            <a:ext cx="287419" cy="525082"/>
          </a:xfrm>
          <a:custGeom>
            <a:avLst/>
            <a:gdLst/>
            <a:ahLst/>
            <a:cxnLst/>
            <a:rect l="l" t="t" r="r" b="b"/>
            <a:pathLst>
              <a:path w="12870" h="23512" extrusionOk="0">
                <a:moveTo>
                  <a:pt x="8786" y="779"/>
                </a:moveTo>
                <a:cubicBezTo>
                  <a:pt x="8785" y="780"/>
                  <a:pt x="8785" y="780"/>
                  <a:pt x="8785" y="780"/>
                </a:cubicBezTo>
                <a:lnTo>
                  <a:pt x="8785" y="780"/>
                </a:lnTo>
                <a:cubicBezTo>
                  <a:pt x="8785" y="780"/>
                  <a:pt x="8785" y="780"/>
                  <a:pt x="8786" y="779"/>
                </a:cubicBezTo>
                <a:close/>
                <a:moveTo>
                  <a:pt x="7983" y="1243"/>
                </a:moveTo>
                <a:lnTo>
                  <a:pt x="7983" y="1243"/>
                </a:lnTo>
                <a:cubicBezTo>
                  <a:pt x="7983" y="1243"/>
                  <a:pt x="7983" y="1244"/>
                  <a:pt x="7983" y="1245"/>
                </a:cubicBezTo>
                <a:lnTo>
                  <a:pt x="7983" y="1245"/>
                </a:lnTo>
                <a:cubicBezTo>
                  <a:pt x="7983" y="1244"/>
                  <a:pt x="7983" y="1243"/>
                  <a:pt x="7983" y="1243"/>
                </a:cubicBezTo>
                <a:close/>
                <a:moveTo>
                  <a:pt x="10503" y="1472"/>
                </a:moveTo>
                <a:cubicBezTo>
                  <a:pt x="10502" y="1472"/>
                  <a:pt x="10500" y="1474"/>
                  <a:pt x="10497" y="1478"/>
                </a:cubicBezTo>
                <a:lnTo>
                  <a:pt x="10497" y="1478"/>
                </a:lnTo>
                <a:cubicBezTo>
                  <a:pt x="10501" y="1474"/>
                  <a:pt x="10503" y="1472"/>
                  <a:pt x="10503" y="1472"/>
                </a:cubicBezTo>
                <a:close/>
                <a:moveTo>
                  <a:pt x="1567" y="1"/>
                </a:moveTo>
                <a:cubicBezTo>
                  <a:pt x="1504" y="1"/>
                  <a:pt x="1427" y="16"/>
                  <a:pt x="1335" y="50"/>
                </a:cubicBezTo>
                <a:cubicBezTo>
                  <a:pt x="1162" y="112"/>
                  <a:pt x="1193" y="112"/>
                  <a:pt x="1100" y="711"/>
                </a:cubicBezTo>
                <a:cubicBezTo>
                  <a:pt x="1090" y="676"/>
                  <a:pt x="1050" y="659"/>
                  <a:pt x="1011" y="659"/>
                </a:cubicBezTo>
                <a:cubicBezTo>
                  <a:pt x="981" y="659"/>
                  <a:pt x="952" y="668"/>
                  <a:pt x="933" y="687"/>
                </a:cubicBezTo>
                <a:cubicBezTo>
                  <a:pt x="834" y="779"/>
                  <a:pt x="878" y="965"/>
                  <a:pt x="779" y="1057"/>
                </a:cubicBezTo>
                <a:cubicBezTo>
                  <a:pt x="748" y="1088"/>
                  <a:pt x="569" y="1162"/>
                  <a:pt x="618" y="1329"/>
                </a:cubicBezTo>
                <a:cubicBezTo>
                  <a:pt x="569" y="1471"/>
                  <a:pt x="482" y="1879"/>
                  <a:pt x="544" y="1978"/>
                </a:cubicBezTo>
                <a:cubicBezTo>
                  <a:pt x="600" y="2058"/>
                  <a:pt x="711" y="2046"/>
                  <a:pt x="661" y="2194"/>
                </a:cubicBezTo>
                <a:cubicBezTo>
                  <a:pt x="353" y="3152"/>
                  <a:pt x="328" y="3207"/>
                  <a:pt x="316" y="3343"/>
                </a:cubicBezTo>
                <a:cubicBezTo>
                  <a:pt x="254" y="3739"/>
                  <a:pt x="390" y="3788"/>
                  <a:pt x="0" y="4603"/>
                </a:cubicBezTo>
                <a:cubicBezTo>
                  <a:pt x="482" y="4381"/>
                  <a:pt x="810" y="3831"/>
                  <a:pt x="754" y="3294"/>
                </a:cubicBezTo>
                <a:cubicBezTo>
                  <a:pt x="804" y="3269"/>
                  <a:pt x="847" y="3250"/>
                  <a:pt x="884" y="3232"/>
                </a:cubicBezTo>
                <a:cubicBezTo>
                  <a:pt x="822" y="2942"/>
                  <a:pt x="699" y="3022"/>
                  <a:pt x="964" y="2966"/>
                </a:cubicBezTo>
                <a:cubicBezTo>
                  <a:pt x="918" y="2781"/>
                  <a:pt x="868" y="2761"/>
                  <a:pt x="872" y="2761"/>
                </a:cubicBezTo>
                <a:lnTo>
                  <a:pt x="872" y="2761"/>
                </a:lnTo>
                <a:cubicBezTo>
                  <a:pt x="873" y="2761"/>
                  <a:pt x="878" y="2762"/>
                  <a:pt x="889" y="2762"/>
                </a:cubicBezTo>
                <a:cubicBezTo>
                  <a:pt x="912" y="2762"/>
                  <a:pt x="958" y="2755"/>
                  <a:pt x="1038" y="2713"/>
                </a:cubicBezTo>
                <a:cubicBezTo>
                  <a:pt x="977" y="2565"/>
                  <a:pt x="995" y="2398"/>
                  <a:pt x="1069" y="2262"/>
                </a:cubicBezTo>
                <a:cubicBezTo>
                  <a:pt x="1093" y="2281"/>
                  <a:pt x="1127" y="2289"/>
                  <a:pt x="1159" y="2289"/>
                </a:cubicBezTo>
                <a:cubicBezTo>
                  <a:pt x="1168" y="2289"/>
                  <a:pt x="1178" y="2288"/>
                  <a:pt x="1187" y="2287"/>
                </a:cubicBezTo>
                <a:cubicBezTo>
                  <a:pt x="1285" y="2651"/>
                  <a:pt x="1360" y="3028"/>
                  <a:pt x="1391" y="3399"/>
                </a:cubicBezTo>
                <a:cubicBezTo>
                  <a:pt x="1248" y="3479"/>
                  <a:pt x="1131" y="3609"/>
                  <a:pt x="1069" y="3757"/>
                </a:cubicBezTo>
                <a:cubicBezTo>
                  <a:pt x="1128" y="3728"/>
                  <a:pt x="1192" y="3714"/>
                  <a:pt x="1257" y="3714"/>
                </a:cubicBezTo>
                <a:cubicBezTo>
                  <a:pt x="1328" y="3714"/>
                  <a:pt x="1400" y="3731"/>
                  <a:pt x="1465" y="3763"/>
                </a:cubicBezTo>
                <a:cubicBezTo>
                  <a:pt x="1248" y="4047"/>
                  <a:pt x="1496" y="4387"/>
                  <a:pt x="1718" y="4634"/>
                </a:cubicBezTo>
                <a:cubicBezTo>
                  <a:pt x="1693" y="4465"/>
                  <a:pt x="1765" y="4186"/>
                  <a:pt x="1884" y="4186"/>
                </a:cubicBezTo>
                <a:cubicBezTo>
                  <a:pt x="1913" y="4186"/>
                  <a:pt x="1944" y="4202"/>
                  <a:pt x="1977" y="4239"/>
                </a:cubicBezTo>
                <a:cubicBezTo>
                  <a:pt x="2410" y="4746"/>
                  <a:pt x="2453" y="4888"/>
                  <a:pt x="3170" y="4912"/>
                </a:cubicBezTo>
                <a:cubicBezTo>
                  <a:pt x="4040" y="4947"/>
                  <a:pt x="4397" y="4965"/>
                  <a:pt x="4541" y="4965"/>
                </a:cubicBezTo>
                <a:cubicBezTo>
                  <a:pt x="4729" y="4965"/>
                  <a:pt x="4551" y="4935"/>
                  <a:pt x="4677" y="4875"/>
                </a:cubicBezTo>
                <a:lnTo>
                  <a:pt x="4677" y="4875"/>
                </a:lnTo>
                <a:cubicBezTo>
                  <a:pt x="4918" y="5932"/>
                  <a:pt x="4591" y="7662"/>
                  <a:pt x="4158" y="8798"/>
                </a:cubicBezTo>
                <a:cubicBezTo>
                  <a:pt x="4263" y="8792"/>
                  <a:pt x="4356" y="8761"/>
                  <a:pt x="4436" y="8706"/>
                </a:cubicBezTo>
                <a:lnTo>
                  <a:pt x="4436" y="8706"/>
                </a:lnTo>
                <a:cubicBezTo>
                  <a:pt x="4517" y="8916"/>
                  <a:pt x="4356" y="9113"/>
                  <a:pt x="4245" y="9305"/>
                </a:cubicBezTo>
                <a:cubicBezTo>
                  <a:pt x="4109" y="9564"/>
                  <a:pt x="4059" y="9892"/>
                  <a:pt x="4109" y="9929"/>
                </a:cubicBezTo>
                <a:cubicBezTo>
                  <a:pt x="4117" y="9939"/>
                  <a:pt x="4125" y="9943"/>
                  <a:pt x="4136" y="9943"/>
                </a:cubicBezTo>
                <a:cubicBezTo>
                  <a:pt x="4169" y="9943"/>
                  <a:pt x="4230" y="9905"/>
                  <a:pt x="4399" y="9836"/>
                </a:cubicBezTo>
                <a:lnTo>
                  <a:pt x="4399" y="9836"/>
                </a:lnTo>
                <a:cubicBezTo>
                  <a:pt x="3559" y="11474"/>
                  <a:pt x="3096" y="14087"/>
                  <a:pt x="3219" y="15668"/>
                </a:cubicBezTo>
                <a:cubicBezTo>
                  <a:pt x="3386" y="17800"/>
                  <a:pt x="4467" y="20494"/>
                  <a:pt x="4918" y="22365"/>
                </a:cubicBezTo>
                <a:cubicBezTo>
                  <a:pt x="5098" y="21857"/>
                  <a:pt x="5099" y="21626"/>
                  <a:pt x="5128" y="21626"/>
                </a:cubicBezTo>
                <a:cubicBezTo>
                  <a:pt x="5148" y="21626"/>
                  <a:pt x="5182" y="21735"/>
                  <a:pt x="5295" y="21939"/>
                </a:cubicBezTo>
                <a:cubicBezTo>
                  <a:pt x="5332" y="21803"/>
                  <a:pt x="5363" y="21661"/>
                  <a:pt x="5406" y="21525"/>
                </a:cubicBezTo>
                <a:lnTo>
                  <a:pt x="5406" y="21525"/>
                </a:lnTo>
                <a:cubicBezTo>
                  <a:pt x="5592" y="21562"/>
                  <a:pt x="5511" y="22174"/>
                  <a:pt x="5357" y="22489"/>
                </a:cubicBezTo>
                <a:cubicBezTo>
                  <a:pt x="5326" y="22545"/>
                  <a:pt x="5295" y="22606"/>
                  <a:pt x="5301" y="22656"/>
                </a:cubicBezTo>
                <a:cubicBezTo>
                  <a:pt x="5320" y="22792"/>
                  <a:pt x="5487" y="22823"/>
                  <a:pt x="5623" y="22823"/>
                </a:cubicBezTo>
                <a:cubicBezTo>
                  <a:pt x="6840" y="22810"/>
                  <a:pt x="6104" y="21785"/>
                  <a:pt x="6586" y="21068"/>
                </a:cubicBezTo>
                <a:cubicBezTo>
                  <a:pt x="6796" y="20765"/>
                  <a:pt x="7050" y="20568"/>
                  <a:pt x="6494" y="20018"/>
                </a:cubicBezTo>
                <a:cubicBezTo>
                  <a:pt x="6228" y="19752"/>
                  <a:pt x="6043" y="19425"/>
                  <a:pt x="5950" y="19066"/>
                </a:cubicBezTo>
                <a:lnTo>
                  <a:pt x="5950" y="19066"/>
                </a:lnTo>
                <a:cubicBezTo>
                  <a:pt x="6036" y="19103"/>
                  <a:pt x="6123" y="19141"/>
                  <a:pt x="6216" y="19178"/>
                </a:cubicBezTo>
                <a:cubicBezTo>
                  <a:pt x="6092" y="19122"/>
                  <a:pt x="4924" y="16224"/>
                  <a:pt x="5480" y="15007"/>
                </a:cubicBezTo>
                <a:cubicBezTo>
                  <a:pt x="6117" y="13623"/>
                  <a:pt x="6098" y="13630"/>
                  <a:pt x="6179" y="13586"/>
                </a:cubicBezTo>
                <a:cubicBezTo>
                  <a:pt x="6179" y="13586"/>
                  <a:pt x="6180" y="13586"/>
                  <a:pt x="6180" y="13586"/>
                </a:cubicBezTo>
                <a:cubicBezTo>
                  <a:pt x="6221" y="13586"/>
                  <a:pt x="6551" y="14132"/>
                  <a:pt x="6679" y="14970"/>
                </a:cubicBezTo>
                <a:cubicBezTo>
                  <a:pt x="6938" y="16645"/>
                  <a:pt x="6988" y="18356"/>
                  <a:pt x="6809" y="20043"/>
                </a:cubicBezTo>
                <a:cubicBezTo>
                  <a:pt x="6889" y="20005"/>
                  <a:pt x="6957" y="19962"/>
                  <a:pt x="7031" y="19925"/>
                </a:cubicBezTo>
                <a:lnTo>
                  <a:pt x="7031" y="19925"/>
                </a:lnTo>
                <a:cubicBezTo>
                  <a:pt x="6971" y="22034"/>
                  <a:pt x="6686" y="22508"/>
                  <a:pt x="6805" y="22508"/>
                </a:cubicBezTo>
                <a:cubicBezTo>
                  <a:pt x="6844" y="22508"/>
                  <a:pt x="6927" y="22457"/>
                  <a:pt x="7074" y="22396"/>
                </a:cubicBezTo>
                <a:lnTo>
                  <a:pt x="7074" y="22396"/>
                </a:lnTo>
                <a:cubicBezTo>
                  <a:pt x="7155" y="22823"/>
                  <a:pt x="6500" y="23107"/>
                  <a:pt x="6531" y="23385"/>
                </a:cubicBezTo>
                <a:cubicBezTo>
                  <a:pt x="6546" y="23489"/>
                  <a:pt x="6652" y="23508"/>
                  <a:pt x="6758" y="23508"/>
                </a:cubicBezTo>
                <a:cubicBezTo>
                  <a:pt x="6819" y="23508"/>
                  <a:pt x="6879" y="23502"/>
                  <a:pt x="6921" y="23502"/>
                </a:cubicBezTo>
                <a:cubicBezTo>
                  <a:pt x="6927" y="23502"/>
                  <a:pt x="6933" y="23502"/>
                  <a:pt x="6938" y="23502"/>
                </a:cubicBezTo>
                <a:cubicBezTo>
                  <a:pt x="7042" y="23507"/>
                  <a:pt x="7148" y="23512"/>
                  <a:pt x="7253" y="23512"/>
                </a:cubicBezTo>
                <a:cubicBezTo>
                  <a:pt x="7447" y="23512"/>
                  <a:pt x="7639" y="23494"/>
                  <a:pt x="7816" y="23422"/>
                </a:cubicBezTo>
                <a:cubicBezTo>
                  <a:pt x="8081" y="23311"/>
                  <a:pt x="8310" y="23020"/>
                  <a:pt x="8236" y="22730"/>
                </a:cubicBezTo>
                <a:lnTo>
                  <a:pt x="8236" y="22730"/>
                </a:lnTo>
                <a:cubicBezTo>
                  <a:pt x="8298" y="22773"/>
                  <a:pt x="8353" y="22823"/>
                  <a:pt x="8415" y="22866"/>
                </a:cubicBezTo>
                <a:cubicBezTo>
                  <a:pt x="8662" y="21136"/>
                  <a:pt x="8724" y="19388"/>
                  <a:pt x="8607" y="17645"/>
                </a:cubicBezTo>
                <a:lnTo>
                  <a:pt x="8607" y="17645"/>
                </a:lnTo>
                <a:cubicBezTo>
                  <a:pt x="8656" y="17720"/>
                  <a:pt x="8699" y="17781"/>
                  <a:pt x="8749" y="17849"/>
                </a:cubicBezTo>
                <a:cubicBezTo>
                  <a:pt x="8607" y="13222"/>
                  <a:pt x="9082" y="12697"/>
                  <a:pt x="8891" y="11467"/>
                </a:cubicBezTo>
                <a:lnTo>
                  <a:pt x="8891" y="11467"/>
                </a:lnTo>
                <a:cubicBezTo>
                  <a:pt x="8996" y="11541"/>
                  <a:pt x="9088" y="11628"/>
                  <a:pt x="9169" y="11733"/>
                </a:cubicBezTo>
                <a:cubicBezTo>
                  <a:pt x="9119" y="11424"/>
                  <a:pt x="9002" y="11090"/>
                  <a:pt x="9014" y="10782"/>
                </a:cubicBezTo>
                <a:cubicBezTo>
                  <a:pt x="9027" y="10677"/>
                  <a:pt x="9138" y="9904"/>
                  <a:pt x="9014" y="9830"/>
                </a:cubicBezTo>
                <a:lnTo>
                  <a:pt x="9014" y="9830"/>
                </a:lnTo>
                <a:cubicBezTo>
                  <a:pt x="9113" y="9886"/>
                  <a:pt x="9200" y="9954"/>
                  <a:pt x="9261" y="10046"/>
                </a:cubicBezTo>
                <a:cubicBezTo>
                  <a:pt x="9181" y="9768"/>
                  <a:pt x="9169" y="9478"/>
                  <a:pt x="9218" y="9194"/>
                </a:cubicBezTo>
                <a:lnTo>
                  <a:pt x="9218" y="9194"/>
                </a:lnTo>
                <a:cubicBezTo>
                  <a:pt x="9274" y="9231"/>
                  <a:pt x="9329" y="9262"/>
                  <a:pt x="9379" y="9299"/>
                </a:cubicBezTo>
                <a:cubicBezTo>
                  <a:pt x="9212" y="8438"/>
                  <a:pt x="9248" y="6915"/>
                  <a:pt x="9708" y="6915"/>
                </a:cubicBezTo>
                <a:cubicBezTo>
                  <a:pt x="9809" y="6915"/>
                  <a:pt x="9932" y="6989"/>
                  <a:pt x="10077" y="7161"/>
                </a:cubicBezTo>
                <a:cubicBezTo>
                  <a:pt x="10596" y="7773"/>
                  <a:pt x="10979" y="8144"/>
                  <a:pt x="10905" y="8564"/>
                </a:cubicBezTo>
                <a:cubicBezTo>
                  <a:pt x="10973" y="8483"/>
                  <a:pt x="11041" y="8403"/>
                  <a:pt x="11103" y="8317"/>
                </a:cubicBezTo>
                <a:cubicBezTo>
                  <a:pt x="11158" y="8545"/>
                  <a:pt x="11183" y="8774"/>
                  <a:pt x="11170" y="9008"/>
                </a:cubicBezTo>
                <a:cubicBezTo>
                  <a:pt x="11259" y="8903"/>
                  <a:pt x="11332" y="8867"/>
                  <a:pt x="11386" y="8867"/>
                </a:cubicBezTo>
                <a:cubicBezTo>
                  <a:pt x="11490" y="8867"/>
                  <a:pt x="11524" y="9003"/>
                  <a:pt x="11467" y="9039"/>
                </a:cubicBezTo>
                <a:cubicBezTo>
                  <a:pt x="11424" y="9058"/>
                  <a:pt x="11059" y="9120"/>
                  <a:pt x="10553" y="9392"/>
                </a:cubicBezTo>
                <a:cubicBezTo>
                  <a:pt x="10618" y="9471"/>
                  <a:pt x="10703" y="9496"/>
                  <a:pt x="10796" y="9496"/>
                </a:cubicBezTo>
                <a:cubicBezTo>
                  <a:pt x="10963" y="9496"/>
                  <a:pt x="11152" y="9412"/>
                  <a:pt x="11282" y="9412"/>
                </a:cubicBezTo>
                <a:cubicBezTo>
                  <a:pt x="11338" y="9412"/>
                  <a:pt x="11383" y="9428"/>
                  <a:pt x="11411" y="9472"/>
                </a:cubicBezTo>
                <a:cubicBezTo>
                  <a:pt x="11615" y="9787"/>
                  <a:pt x="10738" y="10287"/>
                  <a:pt x="11028" y="10399"/>
                </a:cubicBezTo>
                <a:cubicBezTo>
                  <a:pt x="11033" y="10400"/>
                  <a:pt x="11038" y="10401"/>
                  <a:pt x="11043" y="10401"/>
                </a:cubicBezTo>
                <a:cubicBezTo>
                  <a:pt x="11168" y="10401"/>
                  <a:pt x="11557" y="10005"/>
                  <a:pt x="11628" y="9917"/>
                </a:cubicBezTo>
                <a:lnTo>
                  <a:pt x="11628" y="9917"/>
                </a:lnTo>
                <a:cubicBezTo>
                  <a:pt x="11566" y="10182"/>
                  <a:pt x="11337" y="10355"/>
                  <a:pt x="11121" y="10528"/>
                </a:cubicBezTo>
                <a:cubicBezTo>
                  <a:pt x="11004" y="10621"/>
                  <a:pt x="11078" y="10714"/>
                  <a:pt x="11158" y="10726"/>
                </a:cubicBezTo>
                <a:cubicBezTo>
                  <a:pt x="11166" y="10727"/>
                  <a:pt x="11174" y="10728"/>
                  <a:pt x="11182" y="10728"/>
                </a:cubicBezTo>
                <a:cubicBezTo>
                  <a:pt x="11372" y="10728"/>
                  <a:pt x="11570" y="10383"/>
                  <a:pt x="11813" y="10306"/>
                </a:cubicBezTo>
                <a:lnTo>
                  <a:pt x="11813" y="10306"/>
                </a:lnTo>
                <a:cubicBezTo>
                  <a:pt x="11288" y="10837"/>
                  <a:pt x="11300" y="10819"/>
                  <a:pt x="11288" y="10850"/>
                </a:cubicBezTo>
                <a:cubicBezTo>
                  <a:pt x="11284" y="10882"/>
                  <a:pt x="11306" y="10930"/>
                  <a:pt x="11362" y="10930"/>
                </a:cubicBezTo>
                <a:cubicBezTo>
                  <a:pt x="11392" y="10930"/>
                  <a:pt x="11430" y="10917"/>
                  <a:pt x="11479" y="10880"/>
                </a:cubicBezTo>
                <a:cubicBezTo>
                  <a:pt x="11652" y="10769"/>
                  <a:pt x="11807" y="10633"/>
                  <a:pt x="11955" y="10491"/>
                </a:cubicBezTo>
                <a:lnTo>
                  <a:pt x="11955" y="10491"/>
                </a:lnTo>
                <a:cubicBezTo>
                  <a:pt x="11881" y="10751"/>
                  <a:pt x="11523" y="10924"/>
                  <a:pt x="11714" y="10973"/>
                </a:cubicBezTo>
                <a:cubicBezTo>
                  <a:pt x="11730" y="10977"/>
                  <a:pt x="11746" y="10979"/>
                  <a:pt x="11762" y="10979"/>
                </a:cubicBezTo>
                <a:cubicBezTo>
                  <a:pt x="12201" y="10979"/>
                  <a:pt x="12530" y="9453"/>
                  <a:pt x="12530" y="9453"/>
                </a:cubicBezTo>
                <a:cubicBezTo>
                  <a:pt x="12572" y="9591"/>
                  <a:pt x="12701" y="9694"/>
                  <a:pt x="12839" y="9694"/>
                </a:cubicBezTo>
                <a:cubicBezTo>
                  <a:pt x="12843" y="9694"/>
                  <a:pt x="12847" y="9694"/>
                  <a:pt x="12851" y="9694"/>
                </a:cubicBezTo>
                <a:cubicBezTo>
                  <a:pt x="12684" y="9422"/>
                  <a:pt x="12591" y="9113"/>
                  <a:pt x="12573" y="8798"/>
                </a:cubicBezTo>
                <a:lnTo>
                  <a:pt x="12573" y="8798"/>
                </a:lnTo>
                <a:cubicBezTo>
                  <a:pt x="12653" y="8897"/>
                  <a:pt x="12758" y="8984"/>
                  <a:pt x="12869" y="9039"/>
                </a:cubicBezTo>
                <a:cubicBezTo>
                  <a:pt x="12530" y="8527"/>
                  <a:pt x="12610" y="8193"/>
                  <a:pt x="12468" y="7878"/>
                </a:cubicBezTo>
                <a:cubicBezTo>
                  <a:pt x="12332" y="7569"/>
                  <a:pt x="12029" y="7415"/>
                  <a:pt x="11819" y="7167"/>
                </a:cubicBezTo>
                <a:cubicBezTo>
                  <a:pt x="11603" y="6914"/>
                  <a:pt x="11492" y="6568"/>
                  <a:pt x="11275" y="6296"/>
                </a:cubicBezTo>
                <a:lnTo>
                  <a:pt x="11275" y="6296"/>
                </a:lnTo>
                <a:cubicBezTo>
                  <a:pt x="11356" y="6327"/>
                  <a:pt x="11455" y="6358"/>
                  <a:pt x="11535" y="6395"/>
                </a:cubicBezTo>
                <a:cubicBezTo>
                  <a:pt x="11072" y="5956"/>
                  <a:pt x="11078" y="5876"/>
                  <a:pt x="10886" y="5505"/>
                </a:cubicBezTo>
                <a:cubicBezTo>
                  <a:pt x="10361" y="4498"/>
                  <a:pt x="9682" y="4356"/>
                  <a:pt x="9348" y="3912"/>
                </a:cubicBezTo>
                <a:cubicBezTo>
                  <a:pt x="9502" y="3671"/>
                  <a:pt x="9496" y="3671"/>
                  <a:pt x="9521" y="3652"/>
                </a:cubicBezTo>
                <a:cubicBezTo>
                  <a:pt x="9583" y="3609"/>
                  <a:pt x="9719" y="3664"/>
                  <a:pt x="9960" y="3232"/>
                </a:cubicBezTo>
                <a:cubicBezTo>
                  <a:pt x="10163" y="2861"/>
                  <a:pt x="9558" y="3189"/>
                  <a:pt x="10441" y="2657"/>
                </a:cubicBezTo>
                <a:cubicBezTo>
                  <a:pt x="10386" y="2633"/>
                  <a:pt x="10330" y="2626"/>
                  <a:pt x="10275" y="2620"/>
                </a:cubicBezTo>
                <a:cubicBezTo>
                  <a:pt x="10423" y="2552"/>
                  <a:pt x="10546" y="2441"/>
                  <a:pt x="10627" y="2305"/>
                </a:cubicBezTo>
                <a:lnTo>
                  <a:pt x="10627" y="2305"/>
                </a:lnTo>
                <a:cubicBezTo>
                  <a:pt x="10568" y="2335"/>
                  <a:pt x="10509" y="2376"/>
                  <a:pt x="10447" y="2376"/>
                </a:cubicBezTo>
                <a:cubicBezTo>
                  <a:pt x="10431" y="2376"/>
                  <a:pt x="10415" y="2373"/>
                  <a:pt x="10398" y="2367"/>
                </a:cubicBezTo>
                <a:cubicBezTo>
                  <a:pt x="10577" y="2126"/>
                  <a:pt x="10509" y="1854"/>
                  <a:pt x="10540" y="1595"/>
                </a:cubicBezTo>
                <a:lnTo>
                  <a:pt x="10540" y="1595"/>
                </a:lnTo>
                <a:cubicBezTo>
                  <a:pt x="10522" y="1694"/>
                  <a:pt x="10448" y="1780"/>
                  <a:pt x="10355" y="1792"/>
                </a:cubicBezTo>
                <a:cubicBezTo>
                  <a:pt x="10423" y="1581"/>
                  <a:pt x="10479" y="1500"/>
                  <a:pt x="10497" y="1478"/>
                </a:cubicBezTo>
                <a:lnTo>
                  <a:pt x="10497" y="1478"/>
                </a:lnTo>
                <a:cubicBezTo>
                  <a:pt x="10478" y="1494"/>
                  <a:pt x="10418" y="1536"/>
                  <a:pt x="10293" y="1545"/>
                </a:cubicBezTo>
                <a:cubicBezTo>
                  <a:pt x="10324" y="1502"/>
                  <a:pt x="10349" y="1434"/>
                  <a:pt x="10336" y="1385"/>
                </a:cubicBezTo>
                <a:lnTo>
                  <a:pt x="10336" y="1385"/>
                </a:lnTo>
                <a:lnTo>
                  <a:pt x="10083" y="1409"/>
                </a:lnTo>
                <a:cubicBezTo>
                  <a:pt x="10139" y="1304"/>
                  <a:pt x="10182" y="1212"/>
                  <a:pt x="10238" y="1113"/>
                </a:cubicBezTo>
                <a:cubicBezTo>
                  <a:pt x="10062" y="1052"/>
                  <a:pt x="9939" y="1043"/>
                  <a:pt x="9861" y="1043"/>
                </a:cubicBezTo>
                <a:cubicBezTo>
                  <a:pt x="9828" y="1043"/>
                  <a:pt x="9802" y="1045"/>
                  <a:pt x="9785" y="1045"/>
                </a:cubicBezTo>
                <a:cubicBezTo>
                  <a:pt x="9722" y="1045"/>
                  <a:pt x="9758" y="1024"/>
                  <a:pt x="9867" y="829"/>
                </a:cubicBezTo>
                <a:lnTo>
                  <a:pt x="9867" y="829"/>
                </a:lnTo>
                <a:cubicBezTo>
                  <a:pt x="9712" y="884"/>
                  <a:pt x="9564" y="928"/>
                  <a:pt x="9410" y="983"/>
                </a:cubicBezTo>
                <a:cubicBezTo>
                  <a:pt x="9510" y="834"/>
                  <a:pt x="9576" y="765"/>
                  <a:pt x="9550" y="765"/>
                </a:cubicBezTo>
                <a:cubicBezTo>
                  <a:pt x="9523" y="765"/>
                  <a:pt x="9399" y="839"/>
                  <a:pt x="9113" y="977"/>
                </a:cubicBezTo>
                <a:cubicBezTo>
                  <a:pt x="9150" y="872"/>
                  <a:pt x="9187" y="767"/>
                  <a:pt x="9224" y="668"/>
                </a:cubicBezTo>
                <a:lnTo>
                  <a:pt x="9224" y="668"/>
                </a:lnTo>
                <a:cubicBezTo>
                  <a:pt x="8901" y="681"/>
                  <a:pt x="8673" y="917"/>
                  <a:pt x="8672" y="917"/>
                </a:cubicBezTo>
                <a:cubicBezTo>
                  <a:pt x="8672" y="917"/>
                  <a:pt x="8707" y="881"/>
                  <a:pt x="8785" y="780"/>
                </a:cubicBezTo>
                <a:lnTo>
                  <a:pt x="8785" y="780"/>
                </a:lnTo>
                <a:cubicBezTo>
                  <a:pt x="8722" y="860"/>
                  <a:pt x="8544" y="915"/>
                  <a:pt x="8471" y="983"/>
                </a:cubicBezTo>
                <a:cubicBezTo>
                  <a:pt x="8420" y="1024"/>
                  <a:pt x="8347" y="1140"/>
                  <a:pt x="8281" y="1140"/>
                </a:cubicBezTo>
                <a:cubicBezTo>
                  <a:pt x="8259" y="1140"/>
                  <a:pt x="8237" y="1125"/>
                  <a:pt x="8217" y="1088"/>
                </a:cubicBezTo>
                <a:cubicBezTo>
                  <a:pt x="8199" y="1070"/>
                  <a:pt x="8193" y="1045"/>
                  <a:pt x="8162" y="1039"/>
                </a:cubicBezTo>
                <a:cubicBezTo>
                  <a:pt x="8106" y="1168"/>
                  <a:pt x="8081" y="1304"/>
                  <a:pt x="8100" y="1446"/>
                </a:cubicBezTo>
                <a:cubicBezTo>
                  <a:pt x="8045" y="1391"/>
                  <a:pt x="8008" y="1324"/>
                  <a:pt x="7983" y="1245"/>
                </a:cubicBezTo>
                <a:lnTo>
                  <a:pt x="7983" y="1245"/>
                </a:lnTo>
                <a:cubicBezTo>
                  <a:pt x="8007" y="1327"/>
                  <a:pt x="7987" y="1788"/>
                  <a:pt x="7865" y="1953"/>
                </a:cubicBezTo>
                <a:cubicBezTo>
                  <a:pt x="7865" y="1916"/>
                  <a:pt x="7859" y="1879"/>
                  <a:pt x="7834" y="1848"/>
                </a:cubicBezTo>
                <a:cubicBezTo>
                  <a:pt x="7420" y="2311"/>
                  <a:pt x="7785" y="2750"/>
                  <a:pt x="7538" y="2929"/>
                </a:cubicBezTo>
                <a:cubicBezTo>
                  <a:pt x="7414" y="2858"/>
                  <a:pt x="7277" y="2839"/>
                  <a:pt x="7134" y="2839"/>
                </a:cubicBezTo>
                <a:cubicBezTo>
                  <a:pt x="6971" y="2839"/>
                  <a:pt x="6800" y="2864"/>
                  <a:pt x="6634" y="2864"/>
                </a:cubicBezTo>
                <a:cubicBezTo>
                  <a:pt x="6557" y="2864"/>
                  <a:pt x="6481" y="2859"/>
                  <a:pt x="6407" y="2843"/>
                </a:cubicBezTo>
                <a:cubicBezTo>
                  <a:pt x="6171" y="2793"/>
                  <a:pt x="6033" y="2701"/>
                  <a:pt x="5803" y="2701"/>
                </a:cubicBezTo>
                <a:cubicBezTo>
                  <a:pt x="5545" y="2701"/>
                  <a:pt x="5172" y="2817"/>
                  <a:pt x="4418" y="3238"/>
                </a:cubicBezTo>
                <a:cubicBezTo>
                  <a:pt x="4486" y="3250"/>
                  <a:pt x="4548" y="3263"/>
                  <a:pt x="4615" y="3275"/>
                </a:cubicBezTo>
                <a:cubicBezTo>
                  <a:pt x="4403" y="3438"/>
                  <a:pt x="3851" y="3554"/>
                  <a:pt x="3533" y="3554"/>
                </a:cubicBezTo>
                <a:cubicBezTo>
                  <a:pt x="3489" y="3554"/>
                  <a:pt x="3450" y="3551"/>
                  <a:pt x="3417" y="3547"/>
                </a:cubicBezTo>
                <a:cubicBezTo>
                  <a:pt x="2830" y="3461"/>
                  <a:pt x="2336" y="2781"/>
                  <a:pt x="2021" y="2287"/>
                </a:cubicBezTo>
                <a:cubicBezTo>
                  <a:pt x="1712" y="1811"/>
                  <a:pt x="1947" y="1663"/>
                  <a:pt x="1829" y="1329"/>
                </a:cubicBezTo>
                <a:cubicBezTo>
                  <a:pt x="1730" y="1045"/>
                  <a:pt x="1804" y="983"/>
                  <a:pt x="1681" y="705"/>
                </a:cubicBezTo>
                <a:cubicBezTo>
                  <a:pt x="1863" y="430"/>
                  <a:pt x="1905" y="1"/>
                  <a:pt x="15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2" name="Google Shape;552;p39"/>
          <p:cNvGrpSpPr/>
          <p:nvPr/>
        </p:nvGrpSpPr>
        <p:grpSpPr>
          <a:xfrm>
            <a:off x="6868498" y="4193474"/>
            <a:ext cx="2673663" cy="749702"/>
            <a:chOff x="6868498" y="4287099"/>
            <a:chExt cx="2673663" cy="749702"/>
          </a:xfrm>
        </p:grpSpPr>
        <p:sp>
          <p:nvSpPr>
            <p:cNvPr id="553" name="Google Shape;553;p39"/>
            <p:cNvSpPr/>
            <p:nvPr/>
          </p:nvSpPr>
          <p:spPr>
            <a:xfrm>
              <a:off x="6868498" y="4426412"/>
              <a:ext cx="1005597" cy="176499"/>
            </a:xfrm>
            <a:custGeom>
              <a:avLst/>
              <a:gdLst/>
              <a:ahLst/>
              <a:cxnLst/>
              <a:rect l="l" t="t" r="r" b="b"/>
              <a:pathLst>
                <a:path w="11412" h="2003" extrusionOk="0">
                  <a:moveTo>
                    <a:pt x="10936" y="514"/>
                  </a:moveTo>
                  <a:lnTo>
                    <a:pt x="964" y="514"/>
                  </a:lnTo>
                  <a:lnTo>
                    <a:pt x="62" y="1"/>
                  </a:lnTo>
                  <a:lnTo>
                    <a:pt x="0" y="112"/>
                  </a:lnTo>
                  <a:lnTo>
                    <a:pt x="933" y="637"/>
                  </a:lnTo>
                  <a:lnTo>
                    <a:pt x="2991" y="637"/>
                  </a:lnTo>
                  <a:lnTo>
                    <a:pt x="2991" y="2002"/>
                  </a:lnTo>
                  <a:lnTo>
                    <a:pt x="3114" y="2002"/>
                  </a:lnTo>
                  <a:lnTo>
                    <a:pt x="3114" y="637"/>
                  </a:lnTo>
                  <a:lnTo>
                    <a:pt x="4232" y="637"/>
                  </a:lnTo>
                  <a:lnTo>
                    <a:pt x="4232" y="2002"/>
                  </a:lnTo>
                  <a:lnTo>
                    <a:pt x="4356" y="2002"/>
                  </a:lnTo>
                  <a:lnTo>
                    <a:pt x="4356" y="637"/>
                  </a:lnTo>
                  <a:lnTo>
                    <a:pt x="5474" y="637"/>
                  </a:lnTo>
                  <a:lnTo>
                    <a:pt x="5474" y="2002"/>
                  </a:lnTo>
                  <a:lnTo>
                    <a:pt x="5598" y="2002"/>
                  </a:lnTo>
                  <a:lnTo>
                    <a:pt x="5598" y="637"/>
                  </a:lnTo>
                  <a:lnTo>
                    <a:pt x="6716" y="637"/>
                  </a:lnTo>
                  <a:lnTo>
                    <a:pt x="6716" y="2002"/>
                  </a:lnTo>
                  <a:lnTo>
                    <a:pt x="6840" y="2002"/>
                  </a:lnTo>
                  <a:lnTo>
                    <a:pt x="6840" y="637"/>
                  </a:lnTo>
                  <a:lnTo>
                    <a:pt x="7964" y="637"/>
                  </a:lnTo>
                  <a:lnTo>
                    <a:pt x="7964" y="2002"/>
                  </a:lnTo>
                  <a:lnTo>
                    <a:pt x="8088" y="2002"/>
                  </a:lnTo>
                  <a:lnTo>
                    <a:pt x="8088" y="637"/>
                  </a:lnTo>
                  <a:lnTo>
                    <a:pt x="10929" y="637"/>
                  </a:lnTo>
                  <a:lnTo>
                    <a:pt x="11362" y="866"/>
                  </a:lnTo>
                  <a:lnTo>
                    <a:pt x="11411" y="761"/>
                  </a:lnTo>
                  <a:close/>
                  <a:moveTo>
                    <a:pt x="9403" y="1107"/>
                  </a:moveTo>
                  <a:lnTo>
                    <a:pt x="9181" y="1298"/>
                  </a:lnTo>
                  <a:lnTo>
                    <a:pt x="9181" y="2002"/>
                  </a:lnTo>
                  <a:lnTo>
                    <a:pt x="9305" y="2002"/>
                  </a:lnTo>
                  <a:lnTo>
                    <a:pt x="9305" y="1354"/>
                  </a:lnTo>
                  <a:lnTo>
                    <a:pt x="9490" y="1199"/>
                  </a:lnTo>
                  <a:lnTo>
                    <a:pt x="9663" y="1026"/>
                  </a:lnTo>
                  <a:lnTo>
                    <a:pt x="9576" y="946"/>
                  </a:lnTo>
                  <a:close/>
                </a:path>
              </a:pathLst>
            </a:custGeom>
            <a:solidFill>
              <a:srgbClr val="2B0A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39"/>
            <p:cNvSpPr/>
            <p:nvPr/>
          </p:nvSpPr>
          <p:spPr>
            <a:xfrm>
              <a:off x="6985518" y="4598505"/>
              <a:ext cx="737191" cy="265146"/>
            </a:xfrm>
            <a:custGeom>
              <a:avLst/>
              <a:gdLst/>
              <a:ahLst/>
              <a:cxnLst/>
              <a:rect l="l" t="t" r="r" b="b"/>
              <a:pathLst>
                <a:path w="8366" h="3009" extrusionOk="0">
                  <a:moveTo>
                    <a:pt x="8366" y="0"/>
                  </a:moveTo>
                  <a:lnTo>
                    <a:pt x="1150" y="0"/>
                  </a:lnTo>
                  <a:lnTo>
                    <a:pt x="724" y="383"/>
                  </a:lnTo>
                  <a:lnTo>
                    <a:pt x="612" y="1446"/>
                  </a:lnTo>
                  <a:lnTo>
                    <a:pt x="1" y="1668"/>
                  </a:lnTo>
                  <a:lnTo>
                    <a:pt x="1" y="3009"/>
                  </a:lnTo>
                  <a:lnTo>
                    <a:pt x="6580" y="3009"/>
                  </a:lnTo>
                  <a:lnTo>
                    <a:pt x="7519" y="2743"/>
                  </a:lnTo>
                  <a:lnTo>
                    <a:pt x="7797" y="2335"/>
                  </a:lnTo>
                  <a:lnTo>
                    <a:pt x="7705" y="1501"/>
                  </a:lnTo>
                  <a:lnTo>
                    <a:pt x="7099" y="1137"/>
                  </a:lnTo>
                  <a:lnTo>
                    <a:pt x="8075" y="48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9"/>
            <p:cNvSpPr/>
            <p:nvPr/>
          </p:nvSpPr>
          <p:spPr>
            <a:xfrm>
              <a:off x="7121660" y="4598505"/>
              <a:ext cx="310879" cy="266291"/>
            </a:xfrm>
            <a:custGeom>
              <a:avLst/>
              <a:gdLst/>
              <a:ahLst/>
              <a:cxnLst/>
              <a:rect l="l" t="t" r="r" b="b"/>
              <a:pathLst>
                <a:path w="3528" h="3022" extrusionOk="0">
                  <a:moveTo>
                    <a:pt x="3071" y="154"/>
                  </a:moveTo>
                  <a:lnTo>
                    <a:pt x="3238" y="0"/>
                  </a:lnTo>
                  <a:lnTo>
                    <a:pt x="3058" y="0"/>
                  </a:lnTo>
                  <a:lnTo>
                    <a:pt x="2947" y="204"/>
                  </a:lnTo>
                  <a:lnTo>
                    <a:pt x="3528" y="939"/>
                  </a:lnTo>
                  <a:close/>
                  <a:moveTo>
                    <a:pt x="2935" y="2064"/>
                  </a:moveTo>
                  <a:lnTo>
                    <a:pt x="2762" y="1625"/>
                  </a:lnTo>
                  <a:lnTo>
                    <a:pt x="1885" y="1909"/>
                  </a:lnTo>
                  <a:lnTo>
                    <a:pt x="1835" y="1946"/>
                  </a:lnTo>
                  <a:lnTo>
                    <a:pt x="1458" y="2255"/>
                  </a:lnTo>
                  <a:lnTo>
                    <a:pt x="1063" y="2131"/>
                  </a:lnTo>
                  <a:lnTo>
                    <a:pt x="593" y="1724"/>
                  </a:lnTo>
                  <a:lnTo>
                    <a:pt x="0" y="1477"/>
                  </a:lnTo>
                  <a:cubicBezTo>
                    <a:pt x="0" y="1477"/>
                    <a:pt x="377" y="1742"/>
                    <a:pt x="501" y="1779"/>
                  </a:cubicBezTo>
                  <a:cubicBezTo>
                    <a:pt x="624" y="1810"/>
                    <a:pt x="939" y="2156"/>
                    <a:pt x="939" y="2156"/>
                  </a:cubicBezTo>
                  <a:lnTo>
                    <a:pt x="1539" y="2582"/>
                  </a:lnTo>
                  <a:lnTo>
                    <a:pt x="1804" y="3021"/>
                  </a:lnTo>
                  <a:lnTo>
                    <a:pt x="1878" y="3021"/>
                  </a:lnTo>
                  <a:lnTo>
                    <a:pt x="1823" y="2836"/>
                  </a:lnTo>
                  <a:lnTo>
                    <a:pt x="1637" y="2471"/>
                  </a:lnTo>
                  <a:lnTo>
                    <a:pt x="2515" y="2793"/>
                  </a:lnTo>
                  <a:lnTo>
                    <a:pt x="2576" y="3021"/>
                  </a:lnTo>
                  <a:lnTo>
                    <a:pt x="2749" y="3021"/>
                  </a:lnTo>
                  <a:lnTo>
                    <a:pt x="2626" y="2657"/>
                  </a:lnTo>
                  <a:lnTo>
                    <a:pt x="1983" y="2502"/>
                  </a:lnTo>
                  <a:lnTo>
                    <a:pt x="1650" y="2317"/>
                  </a:lnTo>
                  <a:lnTo>
                    <a:pt x="2638" y="178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39"/>
            <p:cNvSpPr/>
            <p:nvPr/>
          </p:nvSpPr>
          <p:spPr>
            <a:xfrm>
              <a:off x="7928466" y="4287099"/>
              <a:ext cx="1235319" cy="270609"/>
            </a:xfrm>
            <a:custGeom>
              <a:avLst/>
              <a:gdLst/>
              <a:ahLst/>
              <a:cxnLst/>
              <a:rect l="l" t="t" r="r" b="b"/>
              <a:pathLst>
                <a:path w="14019" h="3071" extrusionOk="0">
                  <a:moveTo>
                    <a:pt x="8402" y="1013"/>
                  </a:moveTo>
                  <a:lnTo>
                    <a:pt x="7995" y="797"/>
                  </a:lnTo>
                  <a:lnTo>
                    <a:pt x="1600" y="1693"/>
                  </a:lnTo>
                  <a:lnTo>
                    <a:pt x="847" y="1619"/>
                  </a:lnTo>
                  <a:lnTo>
                    <a:pt x="494" y="1718"/>
                  </a:lnTo>
                  <a:lnTo>
                    <a:pt x="0" y="1909"/>
                  </a:lnTo>
                  <a:lnTo>
                    <a:pt x="50" y="2020"/>
                  </a:lnTo>
                  <a:lnTo>
                    <a:pt x="538" y="1835"/>
                  </a:lnTo>
                  <a:lnTo>
                    <a:pt x="853" y="1742"/>
                  </a:lnTo>
                  <a:lnTo>
                    <a:pt x="1600" y="1810"/>
                  </a:lnTo>
                  <a:lnTo>
                    <a:pt x="1804" y="1779"/>
                  </a:lnTo>
                  <a:lnTo>
                    <a:pt x="1965" y="3071"/>
                  </a:lnTo>
                  <a:lnTo>
                    <a:pt x="2088" y="3058"/>
                  </a:lnTo>
                  <a:lnTo>
                    <a:pt x="1928" y="1767"/>
                  </a:lnTo>
                  <a:lnTo>
                    <a:pt x="3293" y="1576"/>
                  </a:lnTo>
                  <a:lnTo>
                    <a:pt x="3448" y="2842"/>
                  </a:lnTo>
                  <a:lnTo>
                    <a:pt x="3571" y="2824"/>
                  </a:lnTo>
                  <a:lnTo>
                    <a:pt x="3417" y="1557"/>
                  </a:lnTo>
                  <a:lnTo>
                    <a:pt x="4603" y="1390"/>
                  </a:lnTo>
                  <a:lnTo>
                    <a:pt x="4930" y="2607"/>
                  </a:lnTo>
                  <a:lnTo>
                    <a:pt x="5048" y="2576"/>
                  </a:lnTo>
                  <a:lnTo>
                    <a:pt x="4720" y="1372"/>
                  </a:lnTo>
                  <a:lnTo>
                    <a:pt x="6240" y="1155"/>
                  </a:lnTo>
                  <a:lnTo>
                    <a:pt x="6407" y="2366"/>
                  </a:lnTo>
                  <a:lnTo>
                    <a:pt x="6530" y="2354"/>
                  </a:lnTo>
                  <a:lnTo>
                    <a:pt x="6364" y="1143"/>
                  </a:lnTo>
                  <a:lnTo>
                    <a:pt x="7704" y="958"/>
                  </a:lnTo>
                  <a:lnTo>
                    <a:pt x="7890" y="2138"/>
                  </a:lnTo>
                  <a:lnTo>
                    <a:pt x="8013" y="2119"/>
                  </a:lnTo>
                  <a:lnTo>
                    <a:pt x="7822" y="939"/>
                  </a:lnTo>
                  <a:lnTo>
                    <a:pt x="7976" y="915"/>
                  </a:lnTo>
                  <a:lnTo>
                    <a:pt x="8390" y="1131"/>
                  </a:lnTo>
                  <a:lnTo>
                    <a:pt x="8717" y="1088"/>
                  </a:lnTo>
                  <a:lnTo>
                    <a:pt x="9014" y="1193"/>
                  </a:lnTo>
                  <a:lnTo>
                    <a:pt x="9057" y="1081"/>
                  </a:lnTo>
                  <a:lnTo>
                    <a:pt x="8742" y="958"/>
                  </a:lnTo>
                  <a:close/>
                  <a:moveTo>
                    <a:pt x="13672" y="0"/>
                  </a:moveTo>
                  <a:lnTo>
                    <a:pt x="9564" y="575"/>
                  </a:lnTo>
                  <a:lnTo>
                    <a:pt x="9576" y="698"/>
                  </a:lnTo>
                  <a:lnTo>
                    <a:pt x="10688" y="544"/>
                  </a:lnTo>
                  <a:lnTo>
                    <a:pt x="10867" y="1773"/>
                  </a:lnTo>
                  <a:lnTo>
                    <a:pt x="10991" y="1761"/>
                  </a:lnTo>
                  <a:lnTo>
                    <a:pt x="10812" y="531"/>
                  </a:lnTo>
                  <a:lnTo>
                    <a:pt x="13648" y="130"/>
                  </a:lnTo>
                  <a:lnTo>
                    <a:pt x="13957" y="309"/>
                  </a:lnTo>
                  <a:lnTo>
                    <a:pt x="14018" y="198"/>
                  </a:lnTo>
                  <a:close/>
                  <a:moveTo>
                    <a:pt x="9199" y="674"/>
                  </a:moveTo>
                  <a:lnTo>
                    <a:pt x="9403" y="2002"/>
                  </a:lnTo>
                  <a:lnTo>
                    <a:pt x="9521" y="1983"/>
                  </a:lnTo>
                  <a:lnTo>
                    <a:pt x="9323" y="655"/>
                  </a:lnTo>
                  <a:close/>
                  <a:moveTo>
                    <a:pt x="12326" y="525"/>
                  </a:moveTo>
                  <a:lnTo>
                    <a:pt x="12344" y="1576"/>
                  </a:lnTo>
                  <a:lnTo>
                    <a:pt x="12468" y="1576"/>
                  </a:lnTo>
                  <a:lnTo>
                    <a:pt x="12449" y="525"/>
                  </a:lnTo>
                  <a:close/>
                </a:path>
              </a:pathLst>
            </a:custGeom>
            <a:solidFill>
              <a:srgbClr val="2B0A0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9"/>
            <p:cNvSpPr/>
            <p:nvPr/>
          </p:nvSpPr>
          <p:spPr>
            <a:xfrm>
              <a:off x="8020989" y="4393192"/>
              <a:ext cx="1342030" cy="421995"/>
            </a:xfrm>
            <a:custGeom>
              <a:avLst/>
              <a:gdLst/>
              <a:ahLst/>
              <a:cxnLst/>
              <a:rect l="l" t="t" r="r" b="b"/>
              <a:pathLst>
                <a:path w="15230" h="4789" extrusionOk="0">
                  <a:moveTo>
                    <a:pt x="14235" y="1416"/>
                  </a:moveTo>
                  <a:lnTo>
                    <a:pt x="13481" y="1156"/>
                  </a:lnTo>
                  <a:lnTo>
                    <a:pt x="13568" y="477"/>
                  </a:lnTo>
                  <a:lnTo>
                    <a:pt x="13524" y="1"/>
                  </a:lnTo>
                  <a:lnTo>
                    <a:pt x="0" y="1805"/>
                  </a:lnTo>
                  <a:lnTo>
                    <a:pt x="402" y="4789"/>
                  </a:lnTo>
                  <a:lnTo>
                    <a:pt x="15229" y="2905"/>
                  </a:lnTo>
                  <a:lnTo>
                    <a:pt x="14420" y="21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9"/>
            <p:cNvSpPr/>
            <p:nvPr/>
          </p:nvSpPr>
          <p:spPr>
            <a:xfrm>
              <a:off x="8023721" y="4424297"/>
              <a:ext cx="1021370" cy="389303"/>
            </a:xfrm>
            <a:custGeom>
              <a:avLst/>
              <a:gdLst/>
              <a:ahLst/>
              <a:cxnLst/>
              <a:rect l="l" t="t" r="r" b="b"/>
              <a:pathLst>
                <a:path w="11591" h="4418" extrusionOk="0">
                  <a:moveTo>
                    <a:pt x="8125" y="2193"/>
                  </a:moveTo>
                  <a:lnTo>
                    <a:pt x="7340" y="1297"/>
                  </a:lnTo>
                  <a:lnTo>
                    <a:pt x="7445" y="451"/>
                  </a:lnTo>
                  <a:lnTo>
                    <a:pt x="5338" y="729"/>
                  </a:lnTo>
                  <a:lnTo>
                    <a:pt x="5419" y="1291"/>
                  </a:lnTo>
                  <a:lnTo>
                    <a:pt x="5839" y="2440"/>
                  </a:lnTo>
                  <a:lnTo>
                    <a:pt x="5116" y="1477"/>
                  </a:lnTo>
                  <a:lnTo>
                    <a:pt x="4529" y="1285"/>
                  </a:lnTo>
                  <a:lnTo>
                    <a:pt x="3596" y="951"/>
                  </a:lnTo>
                  <a:lnTo>
                    <a:pt x="309" y="1390"/>
                  </a:lnTo>
                  <a:lnTo>
                    <a:pt x="0" y="1532"/>
                  </a:lnTo>
                  <a:lnTo>
                    <a:pt x="390" y="4417"/>
                  </a:lnTo>
                  <a:lnTo>
                    <a:pt x="9719" y="3237"/>
                  </a:lnTo>
                  <a:lnTo>
                    <a:pt x="8909" y="2793"/>
                  </a:lnTo>
                  <a:close/>
                  <a:moveTo>
                    <a:pt x="10837" y="124"/>
                  </a:moveTo>
                  <a:lnTo>
                    <a:pt x="10855" y="0"/>
                  </a:lnTo>
                  <a:lnTo>
                    <a:pt x="8304" y="340"/>
                  </a:lnTo>
                  <a:lnTo>
                    <a:pt x="8847" y="908"/>
                  </a:lnTo>
                  <a:lnTo>
                    <a:pt x="9595" y="1699"/>
                  </a:lnTo>
                  <a:lnTo>
                    <a:pt x="9410" y="365"/>
                  </a:lnTo>
                  <a:lnTo>
                    <a:pt x="9879" y="599"/>
                  </a:lnTo>
                  <a:lnTo>
                    <a:pt x="10398" y="618"/>
                  </a:lnTo>
                  <a:lnTo>
                    <a:pt x="11590" y="127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9"/>
            <p:cNvSpPr/>
            <p:nvPr/>
          </p:nvSpPr>
          <p:spPr>
            <a:xfrm>
              <a:off x="8420074" y="4432933"/>
              <a:ext cx="666961" cy="332732"/>
            </a:xfrm>
            <a:custGeom>
              <a:avLst/>
              <a:gdLst/>
              <a:ahLst/>
              <a:cxnLst/>
              <a:rect l="l" t="t" r="r" b="b"/>
              <a:pathLst>
                <a:path w="7569" h="3776" extrusionOk="0">
                  <a:moveTo>
                    <a:pt x="772" y="2429"/>
                  </a:moveTo>
                  <a:lnTo>
                    <a:pt x="43" y="2738"/>
                  </a:lnTo>
                  <a:lnTo>
                    <a:pt x="0" y="3590"/>
                  </a:lnTo>
                  <a:lnTo>
                    <a:pt x="161" y="3776"/>
                  </a:lnTo>
                  <a:lnTo>
                    <a:pt x="253" y="2806"/>
                  </a:lnTo>
                  <a:lnTo>
                    <a:pt x="890" y="2552"/>
                  </a:lnTo>
                  <a:lnTo>
                    <a:pt x="1921" y="2083"/>
                  </a:lnTo>
                  <a:lnTo>
                    <a:pt x="2817" y="1045"/>
                  </a:lnTo>
                  <a:lnTo>
                    <a:pt x="1804" y="1990"/>
                  </a:lnTo>
                  <a:close/>
                  <a:moveTo>
                    <a:pt x="7117" y="705"/>
                  </a:moveTo>
                  <a:lnTo>
                    <a:pt x="6462" y="520"/>
                  </a:lnTo>
                  <a:lnTo>
                    <a:pt x="5758" y="427"/>
                  </a:lnTo>
                  <a:lnTo>
                    <a:pt x="5597" y="1"/>
                  </a:lnTo>
                  <a:lnTo>
                    <a:pt x="5066" y="75"/>
                  </a:lnTo>
                  <a:lnTo>
                    <a:pt x="5103" y="520"/>
                  </a:lnTo>
                  <a:lnTo>
                    <a:pt x="5832" y="680"/>
                  </a:lnTo>
                  <a:lnTo>
                    <a:pt x="5900" y="1953"/>
                  </a:lnTo>
                  <a:lnTo>
                    <a:pt x="5968" y="680"/>
                  </a:lnTo>
                  <a:lnTo>
                    <a:pt x="6438" y="705"/>
                  </a:lnTo>
                  <a:lnTo>
                    <a:pt x="7025" y="847"/>
                  </a:lnTo>
                  <a:lnTo>
                    <a:pt x="7568" y="136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9"/>
            <p:cNvSpPr/>
            <p:nvPr/>
          </p:nvSpPr>
          <p:spPr>
            <a:xfrm>
              <a:off x="7731875" y="4539643"/>
              <a:ext cx="1810286" cy="497159"/>
            </a:xfrm>
            <a:custGeom>
              <a:avLst/>
              <a:gdLst/>
              <a:ahLst/>
              <a:cxnLst/>
              <a:rect l="l" t="t" r="r" b="b"/>
              <a:pathLst>
                <a:path w="20544" h="5642" extrusionOk="0">
                  <a:moveTo>
                    <a:pt x="1" y="3473"/>
                  </a:moveTo>
                  <a:cubicBezTo>
                    <a:pt x="1" y="3473"/>
                    <a:pt x="427" y="2725"/>
                    <a:pt x="427" y="2577"/>
                  </a:cubicBezTo>
                  <a:cubicBezTo>
                    <a:pt x="427" y="2441"/>
                    <a:pt x="520" y="1830"/>
                    <a:pt x="520" y="1830"/>
                  </a:cubicBezTo>
                  <a:lnTo>
                    <a:pt x="748" y="1033"/>
                  </a:lnTo>
                  <a:lnTo>
                    <a:pt x="1972" y="93"/>
                  </a:lnTo>
                  <a:lnTo>
                    <a:pt x="3053" y="1"/>
                  </a:lnTo>
                  <a:lnTo>
                    <a:pt x="3850" y="186"/>
                  </a:lnTo>
                  <a:lnTo>
                    <a:pt x="5308" y="514"/>
                  </a:lnTo>
                  <a:lnTo>
                    <a:pt x="6055" y="1175"/>
                  </a:lnTo>
                  <a:lnTo>
                    <a:pt x="6908" y="470"/>
                  </a:lnTo>
                  <a:lnTo>
                    <a:pt x="7699" y="1595"/>
                  </a:lnTo>
                  <a:lnTo>
                    <a:pt x="8737" y="2299"/>
                  </a:lnTo>
                  <a:lnTo>
                    <a:pt x="10152" y="2348"/>
                  </a:lnTo>
                  <a:lnTo>
                    <a:pt x="11134" y="2058"/>
                  </a:lnTo>
                  <a:lnTo>
                    <a:pt x="12172" y="2108"/>
                  </a:lnTo>
                  <a:lnTo>
                    <a:pt x="13537" y="2954"/>
                  </a:lnTo>
                  <a:lnTo>
                    <a:pt x="14149" y="3609"/>
                  </a:lnTo>
                  <a:lnTo>
                    <a:pt x="14853" y="3473"/>
                  </a:lnTo>
                  <a:lnTo>
                    <a:pt x="14668" y="2299"/>
                  </a:lnTo>
                  <a:lnTo>
                    <a:pt x="16688" y="2064"/>
                  </a:lnTo>
                  <a:lnTo>
                    <a:pt x="16978" y="1168"/>
                  </a:lnTo>
                  <a:lnTo>
                    <a:pt x="19141" y="1552"/>
                  </a:lnTo>
                  <a:cubicBezTo>
                    <a:pt x="19141" y="1552"/>
                    <a:pt x="19141" y="3010"/>
                    <a:pt x="19369" y="3059"/>
                  </a:cubicBezTo>
                  <a:cubicBezTo>
                    <a:pt x="19604" y="3102"/>
                    <a:pt x="20074" y="3714"/>
                    <a:pt x="20074" y="3714"/>
                  </a:cubicBezTo>
                  <a:lnTo>
                    <a:pt x="20543" y="5221"/>
                  </a:lnTo>
                  <a:lnTo>
                    <a:pt x="15045" y="5641"/>
                  </a:lnTo>
                  <a:lnTo>
                    <a:pt x="10436" y="5505"/>
                  </a:lnTo>
                  <a:lnTo>
                    <a:pt x="5499" y="532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9"/>
            <p:cNvSpPr/>
            <p:nvPr/>
          </p:nvSpPr>
          <p:spPr>
            <a:xfrm>
              <a:off x="7929523" y="4753062"/>
              <a:ext cx="1449269" cy="279332"/>
            </a:xfrm>
            <a:custGeom>
              <a:avLst/>
              <a:gdLst/>
              <a:ahLst/>
              <a:cxnLst/>
              <a:rect l="l" t="t" r="r" b="b"/>
              <a:pathLst>
                <a:path w="16447" h="3170" extrusionOk="0">
                  <a:moveTo>
                    <a:pt x="15637" y="1131"/>
                  </a:moveTo>
                  <a:lnTo>
                    <a:pt x="14099" y="1477"/>
                  </a:lnTo>
                  <a:lnTo>
                    <a:pt x="13475" y="3170"/>
                  </a:lnTo>
                  <a:lnTo>
                    <a:pt x="16447" y="2935"/>
                  </a:lnTo>
                  <a:close/>
                  <a:moveTo>
                    <a:pt x="2163" y="1755"/>
                  </a:moveTo>
                  <a:lnTo>
                    <a:pt x="2379" y="1"/>
                  </a:lnTo>
                  <a:lnTo>
                    <a:pt x="1" y="625"/>
                  </a:lnTo>
                  <a:close/>
                  <a:moveTo>
                    <a:pt x="8174" y="1971"/>
                  </a:moveTo>
                  <a:lnTo>
                    <a:pt x="6197" y="1588"/>
                  </a:lnTo>
                  <a:lnTo>
                    <a:pt x="3318" y="464"/>
                  </a:lnTo>
                  <a:lnTo>
                    <a:pt x="3256" y="2873"/>
                  </a:lnTo>
                  <a:lnTo>
                    <a:pt x="8193" y="3059"/>
                  </a:lnTo>
                  <a:lnTo>
                    <a:pt x="11072" y="3145"/>
                  </a:lnTo>
                  <a:lnTo>
                    <a:pt x="9620" y="203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2" name="Google Shape;562;p39"/>
          <p:cNvSpPr txBox="1">
            <a:spLocks noGrp="1"/>
          </p:cNvSpPr>
          <p:nvPr>
            <p:ph type="ctrTitle"/>
          </p:nvPr>
        </p:nvSpPr>
        <p:spPr>
          <a:xfrm>
            <a:off x="713225" y="906675"/>
            <a:ext cx="5013320" cy="19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ESPCAPE FROM </a:t>
            </a:r>
            <a:br>
              <a:rPr lang="en" sz="5300" dirty="0"/>
            </a:br>
            <a:r>
              <a:rPr lang="en" sz="5800" dirty="0">
                <a:solidFill>
                  <a:schemeClr val="bg1">
                    <a:lumMod val="50000"/>
                  </a:schemeClr>
                </a:solidFill>
              </a:rPr>
              <a:t>DARK ZONE</a:t>
            </a:r>
            <a:endParaRPr sz="5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63" name="Google Shape;563;p39"/>
          <p:cNvSpPr txBox="1">
            <a:spLocks noGrp="1"/>
          </p:cNvSpPr>
          <p:nvPr>
            <p:ph type="subTitle" idx="1"/>
          </p:nvPr>
        </p:nvSpPr>
        <p:spPr>
          <a:xfrm>
            <a:off x="713225" y="2850450"/>
            <a:ext cx="4421100" cy="8625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2021180001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강민서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2020182019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안현우</a:t>
            </a:r>
            <a:endParaRPr lang="en-US" altLang="ko-KR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2022122041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한준수</a:t>
            </a:r>
            <a:endParaRPr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4945"/>
        </a:solidFill>
        <a:effectLst/>
      </p:bgPr>
    </p:bg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목차</a:t>
            </a:r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82" name="Google Shape;582;p41"/>
          <p:cNvSpPr txBox="1">
            <a:spLocks noGrp="1"/>
          </p:cNvSpPr>
          <p:nvPr>
            <p:ph type="title" idx="5"/>
          </p:nvPr>
        </p:nvSpPr>
        <p:spPr>
          <a:xfrm>
            <a:off x="1705897" y="1594644"/>
            <a:ext cx="603431" cy="39789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dirty="0"/>
              <a:t>01</a:t>
            </a:r>
          </a:p>
        </p:txBody>
      </p:sp>
      <p:sp>
        <p:nvSpPr>
          <p:cNvPr id="586" name="Google Shape;586;p41"/>
          <p:cNvSpPr txBox="1">
            <a:spLocks noGrp="1"/>
          </p:cNvSpPr>
          <p:nvPr>
            <p:ph type="subTitle" idx="9"/>
          </p:nvPr>
        </p:nvSpPr>
        <p:spPr>
          <a:xfrm>
            <a:off x="2309327" y="1594644"/>
            <a:ext cx="1107382" cy="349614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700" dirty="0">
                <a:cs typeface="Anton"/>
                <a:sym typeface="Anton"/>
              </a:rPr>
              <a:t>연구 목적</a:t>
            </a:r>
          </a:p>
        </p:txBody>
      </p:sp>
      <p:sp>
        <p:nvSpPr>
          <p:cNvPr id="30" name="Google Shape;582;p41">
            <a:extLst>
              <a:ext uri="{FF2B5EF4-FFF2-40B4-BE49-F238E27FC236}">
                <a16:creationId xmlns:a16="http://schemas.microsoft.com/office/drawing/2014/main" id="{7A9F53E6-7CE9-8883-E35C-91E1FF55C4E8}"/>
              </a:ext>
            </a:extLst>
          </p:cNvPr>
          <p:cNvSpPr txBox="1">
            <a:spLocks/>
          </p:cNvSpPr>
          <p:nvPr/>
        </p:nvSpPr>
        <p:spPr>
          <a:xfrm>
            <a:off x="1705897" y="2234848"/>
            <a:ext cx="603431" cy="397894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4100" b="0" i="0" u="none" strike="noStrike" cap="none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Anton"/>
                <a:sym typeface="Ant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" sz="2700" dirty="0"/>
              <a:t>02</a:t>
            </a:r>
          </a:p>
        </p:txBody>
      </p:sp>
      <p:sp>
        <p:nvSpPr>
          <p:cNvPr id="31" name="Google Shape;586;p41">
            <a:extLst>
              <a:ext uri="{FF2B5EF4-FFF2-40B4-BE49-F238E27FC236}">
                <a16:creationId xmlns:a16="http://schemas.microsoft.com/office/drawing/2014/main" id="{6A97C640-443B-D8B8-7DA6-1C61E5A6D257}"/>
              </a:ext>
            </a:extLst>
          </p:cNvPr>
          <p:cNvSpPr txBox="1">
            <a:spLocks/>
          </p:cNvSpPr>
          <p:nvPr/>
        </p:nvSpPr>
        <p:spPr>
          <a:xfrm>
            <a:off x="2309327" y="2875052"/>
            <a:ext cx="1107382" cy="34961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KR Black" panose="020B0200000000000000" pitchFamily="50" charset="-127"/>
                <a:sym typeface="Anton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pPr marL="0" indent="0"/>
            <a:r>
              <a:rPr lang="ko-KR" altLang="en-US" sz="1700" dirty="0">
                <a:cs typeface="Anton"/>
              </a:rPr>
              <a:t>게임 소개</a:t>
            </a:r>
          </a:p>
        </p:txBody>
      </p:sp>
      <p:sp>
        <p:nvSpPr>
          <p:cNvPr id="32" name="Google Shape;582;p41">
            <a:extLst>
              <a:ext uri="{FF2B5EF4-FFF2-40B4-BE49-F238E27FC236}">
                <a16:creationId xmlns:a16="http://schemas.microsoft.com/office/drawing/2014/main" id="{EBA54034-A00E-B270-0533-15BFECFD85B9}"/>
              </a:ext>
            </a:extLst>
          </p:cNvPr>
          <p:cNvSpPr txBox="1">
            <a:spLocks/>
          </p:cNvSpPr>
          <p:nvPr/>
        </p:nvSpPr>
        <p:spPr>
          <a:xfrm>
            <a:off x="1705897" y="2875052"/>
            <a:ext cx="603431" cy="397894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4100" b="0" i="0" u="none" strike="noStrike" cap="none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Anton"/>
                <a:sym typeface="Ant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" sz="2700" dirty="0"/>
              <a:t>03</a:t>
            </a:r>
          </a:p>
        </p:txBody>
      </p:sp>
      <p:sp>
        <p:nvSpPr>
          <p:cNvPr id="33" name="Google Shape;586;p41">
            <a:extLst>
              <a:ext uri="{FF2B5EF4-FFF2-40B4-BE49-F238E27FC236}">
                <a16:creationId xmlns:a16="http://schemas.microsoft.com/office/drawing/2014/main" id="{D998C7E9-ABFF-B354-CB8C-B23E883A8935}"/>
              </a:ext>
            </a:extLst>
          </p:cNvPr>
          <p:cNvSpPr txBox="1">
            <a:spLocks/>
          </p:cNvSpPr>
          <p:nvPr/>
        </p:nvSpPr>
        <p:spPr>
          <a:xfrm>
            <a:off x="2309327" y="3563536"/>
            <a:ext cx="1697317" cy="34961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KR Black" panose="020B0200000000000000" pitchFamily="50" charset="-127"/>
                <a:sym typeface="Anton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pPr marL="0" indent="0"/>
            <a:r>
              <a:rPr lang="ko-KR" altLang="en-US" sz="1700" dirty="0">
                <a:cs typeface="Anton"/>
              </a:rPr>
              <a:t>게임 컨셉</a:t>
            </a:r>
          </a:p>
        </p:txBody>
      </p:sp>
      <p:sp>
        <p:nvSpPr>
          <p:cNvPr id="34" name="Google Shape;582;p41">
            <a:extLst>
              <a:ext uri="{FF2B5EF4-FFF2-40B4-BE49-F238E27FC236}">
                <a16:creationId xmlns:a16="http://schemas.microsoft.com/office/drawing/2014/main" id="{1A84DF9F-7746-D0A3-41DC-300569A4F2E2}"/>
              </a:ext>
            </a:extLst>
          </p:cNvPr>
          <p:cNvSpPr txBox="1">
            <a:spLocks/>
          </p:cNvSpPr>
          <p:nvPr/>
        </p:nvSpPr>
        <p:spPr>
          <a:xfrm>
            <a:off x="1705897" y="3563536"/>
            <a:ext cx="603431" cy="397894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4100" b="0" i="0" u="none" strike="noStrike" cap="none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Anton"/>
                <a:sym typeface="Ant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" sz="2700" dirty="0"/>
              <a:t>04</a:t>
            </a:r>
          </a:p>
        </p:txBody>
      </p:sp>
      <p:sp>
        <p:nvSpPr>
          <p:cNvPr id="35" name="Google Shape;586;p41">
            <a:extLst>
              <a:ext uri="{FF2B5EF4-FFF2-40B4-BE49-F238E27FC236}">
                <a16:creationId xmlns:a16="http://schemas.microsoft.com/office/drawing/2014/main" id="{C451DA75-4DBB-3947-D5D3-A533FBD67113}"/>
              </a:ext>
            </a:extLst>
          </p:cNvPr>
          <p:cNvSpPr txBox="1">
            <a:spLocks/>
          </p:cNvSpPr>
          <p:nvPr/>
        </p:nvSpPr>
        <p:spPr>
          <a:xfrm>
            <a:off x="6468375" y="1589272"/>
            <a:ext cx="1697316" cy="34961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KR Black" panose="020B0200000000000000" pitchFamily="50" charset="-127"/>
                <a:sym typeface="Anton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pPr marL="0" indent="0"/>
            <a:r>
              <a:rPr lang="ko-KR" altLang="en-US" sz="1700" dirty="0">
                <a:cs typeface="Anton"/>
              </a:rPr>
              <a:t>타 게임과 차이점</a:t>
            </a:r>
          </a:p>
        </p:txBody>
      </p:sp>
      <p:sp>
        <p:nvSpPr>
          <p:cNvPr id="36" name="Google Shape;582;p41">
            <a:extLst>
              <a:ext uri="{FF2B5EF4-FFF2-40B4-BE49-F238E27FC236}">
                <a16:creationId xmlns:a16="http://schemas.microsoft.com/office/drawing/2014/main" id="{A69DC678-8DD5-8773-89CD-832CD5817B0C}"/>
              </a:ext>
            </a:extLst>
          </p:cNvPr>
          <p:cNvSpPr txBox="1">
            <a:spLocks/>
          </p:cNvSpPr>
          <p:nvPr/>
        </p:nvSpPr>
        <p:spPr>
          <a:xfrm>
            <a:off x="5864944" y="1594644"/>
            <a:ext cx="603431" cy="397894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4100" b="0" i="0" u="none" strike="noStrike" cap="none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Anton"/>
                <a:sym typeface="Ant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" sz="2700" dirty="0"/>
              <a:t>05</a:t>
            </a:r>
          </a:p>
        </p:txBody>
      </p:sp>
      <p:sp>
        <p:nvSpPr>
          <p:cNvPr id="37" name="Google Shape;586;p41">
            <a:extLst>
              <a:ext uri="{FF2B5EF4-FFF2-40B4-BE49-F238E27FC236}">
                <a16:creationId xmlns:a16="http://schemas.microsoft.com/office/drawing/2014/main" id="{AD48CE24-7696-6A81-F73B-9C2603EBF251}"/>
              </a:ext>
            </a:extLst>
          </p:cNvPr>
          <p:cNvSpPr txBox="1">
            <a:spLocks/>
          </p:cNvSpPr>
          <p:nvPr/>
        </p:nvSpPr>
        <p:spPr>
          <a:xfrm>
            <a:off x="2309327" y="2229476"/>
            <a:ext cx="1107382" cy="34961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KR Black" panose="020B0200000000000000" pitchFamily="50" charset="-127"/>
                <a:sym typeface="Anton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pPr marL="0" indent="0"/>
            <a:r>
              <a:rPr lang="ko-KR" altLang="en-US" sz="1700" dirty="0">
                <a:cs typeface="Anton"/>
              </a:rPr>
              <a:t>구현 내용</a:t>
            </a:r>
          </a:p>
        </p:txBody>
      </p:sp>
      <p:sp>
        <p:nvSpPr>
          <p:cNvPr id="38" name="Google Shape;582;p41">
            <a:extLst>
              <a:ext uri="{FF2B5EF4-FFF2-40B4-BE49-F238E27FC236}">
                <a16:creationId xmlns:a16="http://schemas.microsoft.com/office/drawing/2014/main" id="{C763F208-E988-72AF-02C4-C81A9F5A9170}"/>
              </a:ext>
            </a:extLst>
          </p:cNvPr>
          <p:cNvSpPr txBox="1">
            <a:spLocks/>
          </p:cNvSpPr>
          <p:nvPr/>
        </p:nvSpPr>
        <p:spPr>
          <a:xfrm>
            <a:off x="5864944" y="2234848"/>
            <a:ext cx="603431" cy="397894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4100" b="0" i="0" u="none" strike="noStrike" cap="none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Anton"/>
                <a:sym typeface="Ant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" sz="2700" dirty="0"/>
              <a:t>06</a:t>
            </a:r>
          </a:p>
        </p:txBody>
      </p:sp>
      <p:sp>
        <p:nvSpPr>
          <p:cNvPr id="39" name="Google Shape;586;p41">
            <a:extLst>
              <a:ext uri="{FF2B5EF4-FFF2-40B4-BE49-F238E27FC236}">
                <a16:creationId xmlns:a16="http://schemas.microsoft.com/office/drawing/2014/main" id="{126C95D4-848E-EA81-7A67-971B405ABD73}"/>
              </a:ext>
            </a:extLst>
          </p:cNvPr>
          <p:cNvSpPr txBox="1">
            <a:spLocks/>
          </p:cNvSpPr>
          <p:nvPr/>
        </p:nvSpPr>
        <p:spPr>
          <a:xfrm>
            <a:off x="6468375" y="2234848"/>
            <a:ext cx="1107382" cy="34961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KR Black" panose="020B0200000000000000" pitchFamily="50" charset="-127"/>
                <a:sym typeface="Anton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pPr marL="0" indent="0"/>
            <a:r>
              <a:rPr lang="ko-KR" altLang="en-US" sz="1700" dirty="0">
                <a:cs typeface="Anton"/>
              </a:rPr>
              <a:t>개발 환경</a:t>
            </a:r>
          </a:p>
        </p:txBody>
      </p:sp>
      <p:sp>
        <p:nvSpPr>
          <p:cNvPr id="40" name="Google Shape;582;p41">
            <a:extLst>
              <a:ext uri="{FF2B5EF4-FFF2-40B4-BE49-F238E27FC236}">
                <a16:creationId xmlns:a16="http://schemas.microsoft.com/office/drawing/2014/main" id="{52D86B15-C9EB-9058-5791-B65577E61C62}"/>
              </a:ext>
            </a:extLst>
          </p:cNvPr>
          <p:cNvSpPr txBox="1">
            <a:spLocks/>
          </p:cNvSpPr>
          <p:nvPr/>
        </p:nvSpPr>
        <p:spPr>
          <a:xfrm>
            <a:off x="5864944" y="2875052"/>
            <a:ext cx="603431" cy="397894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4100" b="0" i="0" u="none" strike="noStrike" cap="none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Anton"/>
                <a:sym typeface="Ant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" sz="2700" dirty="0"/>
              <a:t>07</a:t>
            </a:r>
          </a:p>
        </p:txBody>
      </p:sp>
      <p:sp>
        <p:nvSpPr>
          <p:cNvPr id="41" name="Google Shape;586;p41">
            <a:extLst>
              <a:ext uri="{FF2B5EF4-FFF2-40B4-BE49-F238E27FC236}">
                <a16:creationId xmlns:a16="http://schemas.microsoft.com/office/drawing/2014/main" id="{2B3A6A8F-4E80-9772-F90A-A873739081B5}"/>
              </a:ext>
            </a:extLst>
          </p:cNvPr>
          <p:cNvSpPr txBox="1">
            <a:spLocks/>
          </p:cNvSpPr>
          <p:nvPr/>
        </p:nvSpPr>
        <p:spPr>
          <a:xfrm>
            <a:off x="6468375" y="2875052"/>
            <a:ext cx="1107382" cy="34961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KR Black" panose="020B0200000000000000" pitchFamily="50" charset="-127"/>
                <a:sym typeface="Anton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pPr marL="0" indent="0"/>
            <a:r>
              <a:rPr lang="ko-KR" altLang="en-US" sz="1700" dirty="0">
                <a:cs typeface="Anton"/>
              </a:rPr>
              <a:t>준비 현황</a:t>
            </a:r>
          </a:p>
        </p:txBody>
      </p:sp>
      <p:sp>
        <p:nvSpPr>
          <p:cNvPr id="42" name="Google Shape;582;p41">
            <a:extLst>
              <a:ext uri="{FF2B5EF4-FFF2-40B4-BE49-F238E27FC236}">
                <a16:creationId xmlns:a16="http://schemas.microsoft.com/office/drawing/2014/main" id="{7B9E19DF-4F82-DAF0-2140-0E6825CB10A2}"/>
              </a:ext>
            </a:extLst>
          </p:cNvPr>
          <p:cNvSpPr txBox="1">
            <a:spLocks/>
          </p:cNvSpPr>
          <p:nvPr/>
        </p:nvSpPr>
        <p:spPr>
          <a:xfrm>
            <a:off x="5864944" y="3563536"/>
            <a:ext cx="603431" cy="397894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4100" b="0" i="0" u="none" strike="noStrike" cap="none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Anton"/>
                <a:sym typeface="Anto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ton"/>
              <a:buNone/>
              <a:defRPr sz="30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en" sz="2700" dirty="0"/>
              <a:t>08</a:t>
            </a:r>
          </a:p>
        </p:txBody>
      </p:sp>
      <p:sp>
        <p:nvSpPr>
          <p:cNvPr id="43" name="Google Shape;586;p41">
            <a:extLst>
              <a:ext uri="{FF2B5EF4-FFF2-40B4-BE49-F238E27FC236}">
                <a16:creationId xmlns:a16="http://schemas.microsoft.com/office/drawing/2014/main" id="{96B198C9-3929-BD55-0923-CF4D27E8C519}"/>
              </a:ext>
            </a:extLst>
          </p:cNvPr>
          <p:cNvSpPr txBox="1">
            <a:spLocks/>
          </p:cNvSpPr>
          <p:nvPr/>
        </p:nvSpPr>
        <p:spPr>
          <a:xfrm>
            <a:off x="6468375" y="3563536"/>
            <a:ext cx="1107382" cy="34961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Noto Sans KR Black" panose="020B0200000000000000" pitchFamily="50" charset="-127"/>
                <a:sym typeface="Anton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nton"/>
              <a:buNone/>
              <a:defRPr sz="2400" b="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pPr marL="0" indent="0"/>
            <a:r>
              <a:rPr lang="ko-KR" altLang="en-US" sz="1700" dirty="0">
                <a:cs typeface="Anton"/>
              </a:rPr>
              <a:t>개발 일정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5D3CF-BAF0-8DF5-6FC8-9A0F74E62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657D3A-2C5C-2CAF-F66F-A0406C9E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 목적</a:t>
            </a: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0C39780E-642C-A968-79F8-CBAA1B1D9896}"/>
              </a:ext>
            </a:extLst>
          </p:cNvPr>
          <p:cNvSpPr txBox="1">
            <a:spLocks/>
          </p:cNvSpPr>
          <p:nvPr/>
        </p:nvSpPr>
        <p:spPr>
          <a:xfrm>
            <a:off x="713224" y="1163050"/>
            <a:ext cx="7703999" cy="3441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 fontAlgn="base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342900" indent="-342900" fontAlgn="base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/>
                </a:solidFill>
              </a:rPr>
              <a:t>DirectX12</a:t>
            </a:r>
            <a:r>
              <a:rPr lang="ko-KR" altLang="en-US" sz="2000" dirty="0">
                <a:solidFill>
                  <a:schemeClr val="tx1"/>
                </a:solidFill>
              </a:rPr>
              <a:t>를 이용한 </a:t>
            </a:r>
            <a:r>
              <a:rPr lang="en-US" altLang="ko-KR" sz="2000" dirty="0">
                <a:solidFill>
                  <a:schemeClr val="tx1"/>
                </a:solidFill>
              </a:rPr>
              <a:t>3D </a:t>
            </a:r>
            <a:r>
              <a:rPr lang="ko-KR" altLang="en-US" sz="2000" dirty="0">
                <a:solidFill>
                  <a:schemeClr val="tx1"/>
                </a:solidFill>
              </a:rPr>
              <a:t>게임 제작에 대한 이해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marL="342900" indent="-342900" fontAlgn="base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342900" indent="-342900" fontAlgn="base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342900" indent="-342900" fontAlgn="base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tx1"/>
                </a:solidFill>
              </a:rPr>
              <a:t>전장의 안개</a:t>
            </a:r>
            <a:r>
              <a:rPr lang="en-US" altLang="ko-KR" sz="2000" dirty="0">
                <a:solidFill>
                  <a:schemeClr val="tx1"/>
                </a:solidFill>
              </a:rPr>
              <a:t>, </a:t>
            </a:r>
            <a:r>
              <a:rPr lang="ko-KR" altLang="en-US" sz="2000" dirty="0">
                <a:solidFill>
                  <a:schemeClr val="tx1"/>
                </a:solidFill>
              </a:rPr>
              <a:t>실루엣 표시</a:t>
            </a:r>
            <a:r>
              <a:rPr lang="en-US" altLang="ko-KR" sz="2000" dirty="0">
                <a:solidFill>
                  <a:schemeClr val="tx1"/>
                </a:solidFill>
              </a:rPr>
              <a:t>, </a:t>
            </a:r>
            <a:r>
              <a:rPr lang="ko-KR" altLang="en-US" sz="2000" dirty="0">
                <a:solidFill>
                  <a:schemeClr val="tx1"/>
                </a:solidFill>
              </a:rPr>
              <a:t>모션 </a:t>
            </a:r>
            <a:r>
              <a:rPr lang="ko-KR" altLang="en-US" sz="2000" dirty="0" err="1">
                <a:solidFill>
                  <a:schemeClr val="tx1"/>
                </a:solidFill>
              </a:rPr>
              <a:t>블러</a:t>
            </a:r>
            <a:r>
              <a:rPr lang="ko-KR" altLang="en-US" sz="2000" dirty="0">
                <a:solidFill>
                  <a:schemeClr val="tx1"/>
                </a:solidFill>
              </a:rPr>
              <a:t> 등을 이용한 그래픽스 파이프라인에 대한 이해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marL="342900" indent="-342900" fontAlgn="base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342900" indent="-342900" fontAlgn="base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342900" indent="-342900" fontAlgn="base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/>
                </a:solidFill>
              </a:rPr>
              <a:t>IOCP </a:t>
            </a:r>
            <a:r>
              <a:rPr lang="ko-KR" altLang="en-US" sz="2000" dirty="0">
                <a:solidFill>
                  <a:schemeClr val="tx1"/>
                </a:solidFill>
              </a:rPr>
              <a:t>서버를 통한 실시간 멀티플레이어 지원 및 지연시간에 따른 유저 간 차이의 최소화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marL="342900" indent="-342900" fontAlgn="base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342900" indent="-342900" fontAlgn="base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ko-KR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0816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7D6B-0D05-AFBF-94F4-8644AF031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EC649E-AA14-652F-13DD-621014C23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구현 내용 </a:t>
            </a:r>
            <a:r>
              <a:rPr lang="ko-KR" altLang="en-US" sz="1700" dirty="0"/>
              <a:t>및 중점 연구 분야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A51D09-4AE6-5242-502E-8610C0A73CA5}"/>
              </a:ext>
            </a:extLst>
          </p:cNvPr>
          <p:cNvSpPr txBox="1">
            <a:spLocks/>
          </p:cNvSpPr>
          <p:nvPr/>
        </p:nvSpPr>
        <p:spPr>
          <a:xfrm>
            <a:off x="720000" y="1084325"/>
            <a:ext cx="7703999" cy="3441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tx1"/>
              </a:buClr>
            </a:pPr>
            <a:endParaRPr lang="en-US" altLang="ko-KR" sz="1700" b="1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ko-KR" altLang="en-US" sz="1700" b="1" dirty="0">
                <a:solidFill>
                  <a:schemeClr val="tx1"/>
                </a:solidFill>
              </a:rPr>
              <a:t>클라이언트</a:t>
            </a:r>
            <a:endParaRPr lang="en-US" altLang="ko-KR" sz="1700" b="1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dirty="0" err="1">
                <a:solidFill>
                  <a:schemeClr val="tx1"/>
                </a:solidFill>
              </a:rPr>
              <a:t>스키닝</a:t>
            </a:r>
            <a:r>
              <a:rPr lang="ko-KR" altLang="en-US" dirty="0">
                <a:solidFill>
                  <a:schemeClr val="tx1"/>
                </a:solidFill>
              </a:rPr>
              <a:t> 애니메이션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전장의 안개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투시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또는 실루엣 표시</a:t>
            </a:r>
            <a:r>
              <a:rPr lang="en-US" altLang="ko-KR" dirty="0">
                <a:solidFill>
                  <a:schemeClr val="tx1"/>
                </a:solidFill>
              </a:rPr>
              <a:t>), </a:t>
            </a:r>
            <a:r>
              <a:rPr lang="ko-KR" altLang="en-US" dirty="0">
                <a:solidFill>
                  <a:schemeClr val="tx1"/>
                </a:solidFill>
              </a:rPr>
              <a:t>후처리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쉐도우 맵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 err="1">
                <a:solidFill>
                  <a:schemeClr val="tx1"/>
                </a:solidFill>
              </a:rPr>
              <a:t>모션블러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ko-KR" altLang="en-US" sz="1700" b="1" dirty="0">
                <a:solidFill>
                  <a:schemeClr val="tx1"/>
                </a:solidFill>
              </a:rPr>
              <a:t>서버</a:t>
            </a:r>
            <a:endParaRPr lang="en-US" altLang="ko-KR" sz="1700" b="1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tx1"/>
                </a:solidFill>
              </a:rPr>
              <a:t>IOCP</a:t>
            </a:r>
            <a:r>
              <a:rPr lang="ko-KR" altLang="en-US" dirty="0">
                <a:solidFill>
                  <a:schemeClr val="tx1"/>
                </a:solidFill>
              </a:rPr>
              <a:t>서버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 err="1">
                <a:solidFill>
                  <a:schemeClr val="tx1"/>
                </a:solidFill>
              </a:rPr>
              <a:t>쿼드트리</a:t>
            </a:r>
            <a:r>
              <a:rPr lang="ko-KR" altLang="en-US" dirty="0">
                <a:solidFill>
                  <a:schemeClr val="tx1"/>
                </a:solidFill>
              </a:rPr>
              <a:t> 기반 충돌처리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랙</a:t>
            </a:r>
            <a:r>
              <a:rPr lang="ko-KR" altLang="en-US" dirty="0">
                <a:solidFill>
                  <a:schemeClr val="tx1"/>
                </a:solidFill>
              </a:rPr>
              <a:t> 보상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보정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 스냅샷 동기화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보간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5794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12188-F292-8B1E-C765-E9A096024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9BA67D-D0CA-9ECE-EF87-1C91A2A5970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ko-KR" altLang="en-US" dirty="0"/>
              <a:t>게임 소개</a:t>
            </a:r>
            <a:r>
              <a:rPr lang="en-US" altLang="ko-KR" dirty="0"/>
              <a:t> </a:t>
            </a:r>
            <a:r>
              <a:rPr lang="ko-KR" altLang="en-US" sz="1700" dirty="0"/>
              <a:t>스토리</a:t>
            </a:r>
          </a:p>
        </p:txBody>
      </p:sp>
      <p:sp>
        <p:nvSpPr>
          <p:cNvPr id="3" name="Google Shape;922;p44">
            <a:extLst>
              <a:ext uri="{FF2B5EF4-FFF2-40B4-BE49-F238E27FC236}">
                <a16:creationId xmlns:a16="http://schemas.microsoft.com/office/drawing/2014/main" id="{FE65DAD8-E6EB-6F5A-3635-3F9BAC3873C9}"/>
              </a:ext>
            </a:extLst>
          </p:cNvPr>
          <p:cNvSpPr txBox="1">
            <a:spLocks/>
          </p:cNvSpPr>
          <p:nvPr/>
        </p:nvSpPr>
        <p:spPr>
          <a:xfrm>
            <a:off x="719999" y="1247369"/>
            <a:ext cx="7703999" cy="895467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>
              <a:spcBef>
                <a:spcPts val="95"/>
              </a:spcBef>
            </a:pPr>
            <a:r>
              <a:rPr lang="ko-KR" altLang="en-US" sz="2500" b="1" dirty="0">
                <a:solidFill>
                  <a:schemeClr val="bg1">
                    <a:lumMod val="40000"/>
                    <a:lumOff val="60000"/>
                  </a:schemeClr>
                </a:solidFill>
                <a:latin typeface="Malgun Gothic"/>
                <a:cs typeface="Malgun Gothic"/>
              </a:rPr>
              <a:t>남은 탈출시간은 단 </a:t>
            </a:r>
            <a:r>
              <a:rPr lang="en-US" altLang="ko-KR" sz="2500" b="1" dirty="0">
                <a:solidFill>
                  <a:schemeClr val="bg1">
                    <a:lumMod val="40000"/>
                    <a:lumOff val="60000"/>
                  </a:schemeClr>
                </a:solidFill>
                <a:latin typeface="Malgun Gothic"/>
                <a:cs typeface="Malgun Gothic"/>
              </a:rPr>
              <a:t>10</a:t>
            </a:r>
            <a:r>
              <a:rPr lang="ko-KR" altLang="en-US" sz="2500" b="1" dirty="0">
                <a:solidFill>
                  <a:schemeClr val="bg1">
                    <a:lumMod val="40000"/>
                    <a:lumOff val="60000"/>
                  </a:schemeClr>
                </a:solidFill>
                <a:latin typeface="Malgun Gothic"/>
                <a:cs typeface="Malgun Gothic"/>
              </a:rPr>
              <a:t>분</a:t>
            </a:r>
          </a:p>
        </p:txBody>
      </p:sp>
      <p:sp>
        <p:nvSpPr>
          <p:cNvPr id="6" name="Google Shape;922;p44">
            <a:extLst>
              <a:ext uri="{FF2B5EF4-FFF2-40B4-BE49-F238E27FC236}">
                <a16:creationId xmlns:a16="http://schemas.microsoft.com/office/drawing/2014/main" id="{B1B8481F-69CE-3FEE-8FB4-A9C6A1071210}"/>
              </a:ext>
            </a:extLst>
          </p:cNvPr>
          <p:cNvSpPr txBox="1">
            <a:spLocks/>
          </p:cNvSpPr>
          <p:nvPr/>
        </p:nvSpPr>
        <p:spPr>
          <a:xfrm>
            <a:off x="862847" y="1729902"/>
            <a:ext cx="5366700" cy="119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tx1"/>
                </a:solidFill>
              </a:rPr>
              <a:t>약탈자들로 인해 붕괴된 안전구역</a:t>
            </a:r>
            <a:endParaRPr lang="en-US" altLang="ko-KR" sz="300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약탈자들로부터 도망쳐 동료와 합류하십시오</a:t>
            </a:r>
            <a:endParaRPr lang="en-US" altLang="ko-KR" dirty="0">
              <a:solidFill>
                <a:schemeClr val="tx1"/>
              </a:solidFill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8325070-01FC-B7FB-0294-935188D8D567}"/>
              </a:ext>
            </a:extLst>
          </p:cNvPr>
          <p:cNvCxnSpPr>
            <a:cxnSpLocks/>
          </p:cNvCxnSpPr>
          <p:nvPr/>
        </p:nvCxnSpPr>
        <p:spPr>
          <a:xfrm>
            <a:off x="969818" y="3288146"/>
            <a:ext cx="72073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oogle Shape;2693;p74">
            <a:extLst>
              <a:ext uri="{FF2B5EF4-FFF2-40B4-BE49-F238E27FC236}">
                <a16:creationId xmlns:a16="http://schemas.microsoft.com/office/drawing/2014/main" id="{C9DA8777-D133-BD4F-1643-B2D7EF4143F7}"/>
              </a:ext>
            </a:extLst>
          </p:cNvPr>
          <p:cNvGrpSpPr/>
          <p:nvPr/>
        </p:nvGrpSpPr>
        <p:grpSpPr>
          <a:xfrm>
            <a:off x="1896849" y="3128483"/>
            <a:ext cx="305850" cy="319325"/>
            <a:chOff x="7643013" y="2631450"/>
            <a:chExt cx="305850" cy="319325"/>
          </a:xfrm>
        </p:grpSpPr>
        <p:sp>
          <p:nvSpPr>
            <p:cNvPr id="8" name="Google Shape;2694;p74">
              <a:extLst>
                <a:ext uri="{FF2B5EF4-FFF2-40B4-BE49-F238E27FC236}">
                  <a16:creationId xmlns:a16="http://schemas.microsoft.com/office/drawing/2014/main" id="{57E50CC9-7A32-58BE-A2F1-BC75EE6F0A9A}"/>
                </a:ext>
              </a:extLst>
            </p:cNvPr>
            <p:cNvSpPr/>
            <p:nvPr/>
          </p:nvSpPr>
          <p:spPr>
            <a:xfrm>
              <a:off x="7643013" y="2726600"/>
              <a:ext cx="152875" cy="135525"/>
            </a:xfrm>
            <a:custGeom>
              <a:avLst/>
              <a:gdLst/>
              <a:ahLst/>
              <a:cxnLst/>
              <a:rect l="l" t="t" r="r" b="b"/>
              <a:pathLst>
                <a:path w="6115" h="5421" extrusionOk="0">
                  <a:moveTo>
                    <a:pt x="2051" y="0"/>
                  </a:moveTo>
                  <a:cubicBezTo>
                    <a:pt x="1669" y="0"/>
                    <a:pt x="1294" y="183"/>
                    <a:pt x="1068" y="519"/>
                  </a:cubicBezTo>
                  <a:cubicBezTo>
                    <a:pt x="917" y="741"/>
                    <a:pt x="851" y="989"/>
                    <a:pt x="864" y="1237"/>
                  </a:cubicBezTo>
                  <a:cubicBezTo>
                    <a:pt x="660" y="1330"/>
                    <a:pt x="474" y="1485"/>
                    <a:pt x="341" y="1694"/>
                  </a:cubicBezTo>
                  <a:cubicBezTo>
                    <a:pt x="0" y="2252"/>
                    <a:pt x="173" y="2983"/>
                    <a:pt x="731" y="3333"/>
                  </a:cubicBezTo>
                  <a:cubicBezTo>
                    <a:pt x="926" y="3454"/>
                    <a:pt x="1142" y="3512"/>
                    <a:pt x="1357" y="3512"/>
                  </a:cubicBezTo>
                  <a:cubicBezTo>
                    <a:pt x="1714" y="3512"/>
                    <a:pt x="2064" y="3352"/>
                    <a:pt x="2291" y="3058"/>
                  </a:cubicBezTo>
                  <a:lnTo>
                    <a:pt x="6115" y="5420"/>
                  </a:lnTo>
                  <a:lnTo>
                    <a:pt x="6115" y="3555"/>
                  </a:lnTo>
                  <a:lnTo>
                    <a:pt x="3128" y="1703"/>
                  </a:lnTo>
                  <a:cubicBezTo>
                    <a:pt x="3390" y="1149"/>
                    <a:pt x="3190" y="471"/>
                    <a:pt x="2641" y="156"/>
                  </a:cubicBezTo>
                  <a:cubicBezTo>
                    <a:pt x="2456" y="51"/>
                    <a:pt x="2253" y="0"/>
                    <a:pt x="2051" y="0"/>
                  </a:cubicBezTo>
                  <a:close/>
                </a:path>
              </a:pathLst>
            </a:custGeom>
            <a:solidFill>
              <a:srgbClr val="8395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695;p74">
              <a:extLst>
                <a:ext uri="{FF2B5EF4-FFF2-40B4-BE49-F238E27FC236}">
                  <a16:creationId xmlns:a16="http://schemas.microsoft.com/office/drawing/2014/main" id="{EA0314B3-FDCB-CE2C-6435-4B818B696376}"/>
                </a:ext>
              </a:extLst>
            </p:cNvPr>
            <p:cNvSpPr/>
            <p:nvPr/>
          </p:nvSpPr>
          <p:spPr>
            <a:xfrm>
              <a:off x="7795988" y="2815225"/>
              <a:ext cx="152875" cy="135425"/>
            </a:xfrm>
            <a:custGeom>
              <a:avLst/>
              <a:gdLst/>
              <a:ahLst/>
              <a:cxnLst/>
              <a:rect l="l" t="t" r="r" b="b"/>
              <a:pathLst>
                <a:path w="6115" h="5417" extrusionOk="0">
                  <a:moveTo>
                    <a:pt x="0" y="1"/>
                  </a:moveTo>
                  <a:lnTo>
                    <a:pt x="0" y="1866"/>
                  </a:lnTo>
                  <a:lnTo>
                    <a:pt x="2987" y="3718"/>
                  </a:lnTo>
                  <a:cubicBezTo>
                    <a:pt x="2725" y="4272"/>
                    <a:pt x="2925" y="4946"/>
                    <a:pt x="3474" y="5260"/>
                  </a:cubicBezTo>
                  <a:cubicBezTo>
                    <a:pt x="3659" y="5366"/>
                    <a:pt x="3862" y="5416"/>
                    <a:pt x="4064" y="5416"/>
                  </a:cubicBezTo>
                  <a:cubicBezTo>
                    <a:pt x="4446" y="5416"/>
                    <a:pt x="4821" y="5234"/>
                    <a:pt x="5047" y="4897"/>
                  </a:cubicBezTo>
                  <a:cubicBezTo>
                    <a:pt x="5193" y="4676"/>
                    <a:pt x="5260" y="4427"/>
                    <a:pt x="5251" y="4184"/>
                  </a:cubicBezTo>
                  <a:cubicBezTo>
                    <a:pt x="5455" y="4086"/>
                    <a:pt x="5636" y="3931"/>
                    <a:pt x="5769" y="3723"/>
                  </a:cubicBezTo>
                  <a:cubicBezTo>
                    <a:pt x="6115" y="3169"/>
                    <a:pt x="5942" y="2438"/>
                    <a:pt x="5384" y="2088"/>
                  </a:cubicBezTo>
                  <a:cubicBezTo>
                    <a:pt x="5190" y="1968"/>
                    <a:pt x="4973" y="1911"/>
                    <a:pt x="4759" y="1911"/>
                  </a:cubicBezTo>
                  <a:cubicBezTo>
                    <a:pt x="4402" y="1911"/>
                    <a:pt x="4051" y="2071"/>
                    <a:pt x="3824" y="236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8395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696;p74">
              <a:extLst>
                <a:ext uri="{FF2B5EF4-FFF2-40B4-BE49-F238E27FC236}">
                  <a16:creationId xmlns:a16="http://schemas.microsoft.com/office/drawing/2014/main" id="{5E842401-48B7-BDD5-BEF0-80D5697D12D3}"/>
                </a:ext>
              </a:extLst>
            </p:cNvPr>
            <p:cNvSpPr/>
            <p:nvPr/>
          </p:nvSpPr>
          <p:spPr>
            <a:xfrm>
              <a:off x="7643013" y="2815350"/>
              <a:ext cx="165300" cy="135425"/>
            </a:xfrm>
            <a:custGeom>
              <a:avLst/>
              <a:gdLst/>
              <a:ahLst/>
              <a:cxnLst/>
              <a:rect l="l" t="t" r="r" b="b"/>
              <a:pathLst>
                <a:path w="6612" h="5417" extrusionOk="0">
                  <a:moveTo>
                    <a:pt x="6115" y="0"/>
                  </a:moveTo>
                  <a:lnTo>
                    <a:pt x="2291" y="2362"/>
                  </a:lnTo>
                  <a:cubicBezTo>
                    <a:pt x="2061" y="2066"/>
                    <a:pt x="1711" y="1906"/>
                    <a:pt x="1355" y="1906"/>
                  </a:cubicBezTo>
                  <a:cubicBezTo>
                    <a:pt x="1141" y="1906"/>
                    <a:pt x="925" y="1963"/>
                    <a:pt x="731" y="2083"/>
                  </a:cubicBezTo>
                  <a:cubicBezTo>
                    <a:pt x="173" y="2428"/>
                    <a:pt x="0" y="3164"/>
                    <a:pt x="341" y="3722"/>
                  </a:cubicBezTo>
                  <a:cubicBezTo>
                    <a:pt x="470" y="3935"/>
                    <a:pt x="651" y="4081"/>
                    <a:pt x="864" y="4183"/>
                  </a:cubicBezTo>
                  <a:cubicBezTo>
                    <a:pt x="860" y="4409"/>
                    <a:pt x="913" y="4644"/>
                    <a:pt x="1041" y="4852"/>
                  </a:cubicBezTo>
                  <a:cubicBezTo>
                    <a:pt x="1264" y="5217"/>
                    <a:pt x="1657" y="5417"/>
                    <a:pt x="2058" y="5417"/>
                  </a:cubicBezTo>
                  <a:cubicBezTo>
                    <a:pt x="2271" y="5417"/>
                    <a:pt x="2487" y="5360"/>
                    <a:pt x="2681" y="5242"/>
                  </a:cubicBezTo>
                  <a:cubicBezTo>
                    <a:pt x="3199" y="4919"/>
                    <a:pt x="3390" y="4258"/>
                    <a:pt x="3128" y="3718"/>
                  </a:cubicBezTo>
                  <a:lnTo>
                    <a:pt x="6115" y="1866"/>
                  </a:lnTo>
                  <a:lnTo>
                    <a:pt x="6611" y="993"/>
                  </a:lnTo>
                  <a:lnTo>
                    <a:pt x="6115" y="0"/>
                  </a:lnTo>
                  <a:close/>
                </a:path>
              </a:pathLst>
            </a:custGeom>
            <a:solidFill>
              <a:srgbClr val="9EAD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697;p74">
              <a:extLst>
                <a:ext uri="{FF2B5EF4-FFF2-40B4-BE49-F238E27FC236}">
                  <a16:creationId xmlns:a16="http://schemas.microsoft.com/office/drawing/2014/main" id="{25848B59-3E44-921A-17B2-67454C3132FA}"/>
                </a:ext>
              </a:extLst>
            </p:cNvPr>
            <p:cNvSpPr/>
            <p:nvPr/>
          </p:nvSpPr>
          <p:spPr>
            <a:xfrm>
              <a:off x="7795863" y="2726625"/>
              <a:ext cx="153000" cy="135375"/>
            </a:xfrm>
            <a:custGeom>
              <a:avLst/>
              <a:gdLst/>
              <a:ahLst/>
              <a:cxnLst/>
              <a:rect l="l" t="t" r="r" b="b"/>
              <a:pathLst>
                <a:path w="6120" h="5415" extrusionOk="0">
                  <a:moveTo>
                    <a:pt x="4058" y="0"/>
                  </a:moveTo>
                  <a:cubicBezTo>
                    <a:pt x="3858" y="0"/>
                    <a:pt x="3657" y="50"/>
                    <a:pt x="3475" y="155"/>
                  </a:cubicBezTo>
                  <a:cubicBezTo>
                    <a:pt x="2925" y="470"/>
                    <a:pt x="2726" y="1148"/>
                    <a:pt x="2987" y="1702"/>
                  </a:cubicBezTo>
                  <a:lnTo>
                    <a:pt x="1" y="3549"/>
                  </a:lnTo>
                  <a:lnTo>
                    <a:pt x="1" y="5415"/>
                  </a:lnTo>
                  <a:lnTo>
                    <a:pt x="3820" y="3053"/>
                  </a:lnTo>
                  <a:cubicBezTo>
                    <a:pt x="4053" y="3347"/>
                    <a:pt x="4401" y="3507"/>
                    <a:pt x="4758" y="3507"/>
                  </a:cubicBezTo>
                  <a:cubicBezTo>
                    <a:pt x="4972" y="3507"/>
                    <a:pt x="5188" y="3449"/>
                    <a:pt x="5384" y="3328"/>
                  </a:cubicBezTo>
                  <a:cubicBezTo>
                    <a:pt x="5947" y="2978"/>
                    <a:pt x="6120" y="2247"/>
                    <a:pt x="5770" y="1688"/>
                  </a:cubicBezTo>
                  <a:cubicBezTo>
                    <a:pt x="5646" y="1480"/>
                    <a:pt x="5460" y="1329"/>
                    <a:pt x="5252" y="1227"/>
                  </a:cubicBezTo>
                  <a:cubicBezTo>
                    <a:pt x="5260" y="984"/>
                    <a:pt x="5194" y="736"/>
                    <a:pt x="5048" y="518"/>
                  </a:cubicBezTo>
                  <a:cubicBezTo>
                    <a:pt x="4818" y="184"/>
                    <a:pt x="4441" y="0"/>
                    <a:pt x="4058" y="0"/>
                  </a:cubicBezTo>
                  <a:close/>
                </a:path>
              </a:pathLst>
            </a:custGeom>
            <a:solidFill>
              <a:srgbClr val="F7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698;p74">
              <a:extLst>
                <a:ext uri="{FF2B5EF4-FFF2-40B4-BE49-F238E27FC236}">
                  <a16:creationId xmlns:a16="http://schemas.microsoft.com/office/drawing/2014/main" id="{026C82FC-E1DF-E449-CECD-36CEFC580EB8}"/>
                </a:ext>
              </a:extLst>
            </p:cNvPr>
            <p:cNvSpPr/>
            <p:nvPr/>
          </p:nvSpPr>
          <p:spPr>
            <a:xfrm>
              <a:off x="7700613" y="2631450"/>
              <a:ext cx="107025" cy="206750"/>
            </a:xfrm>
            <a:custGeom>
              <a:avLst/>
              <a:gdLst/>
              <a:ahLst/>
              <a:cxnLst/>
              <a:rect l="l" t="t" r="r" b="b"/>
              <a:pathLst>
                <a:path w="4281" h="8270" extrusionOk="0">
                  <a:moveTo>
                    <a:pt x="3465" y="1"/>
                  </a:moveTo>
                  <a:cubicBezTo>
                    <a:pt x="1555" y="1"/>
                    <a:pt x="0" y="1552"/>
                    <a:pt x="0" y="3475"/>
                  </a:cubicBezTo>
                  <a:lnTo>
                    <a:pt x="0" y="5141"/>
                  </a:lnTo>
                  <a:lnTo>
                    <a:pt x="1369" y="6421"/>
                  </a:lnTo>
                  <a:lnTo>
                    <a:pt x="1369" y="7285"/>
                  </a:lnTo>
                  <a:cubicBezTo>
                    <a:pt x="1369" y="7795"/>
                    <a:pt x="1781" y="8247"/>
                    <a:pt x="2300" y="8269"/>
                  </a:cubicBezTo>
                  <a:cubicBezTo>
                    <a:pt x="2308" y="8269"/>
                    <a:pt x="2317" y="8269"/>
                    <a:pt x="2325" y="8269"/>
                  </a:cubicBezTo>
                  <a:cubicBezTo>
                    <a:pt x="2502" y="8269"/>
                    <a:pt x="2674" y="8225"/>
                    <a:pt x="2818" y="8141"/>
                  </a:cubicBezTo>
                  <a:cubicBezTo>
                    <a:pt x="2964" y="8225"/>
                    <a:pt x="3124" y="8269"/>
                    <a:pt x="3301" y="8269"/>
                  </a:cubicBezTo>
                  <a:cubicBezTo>
                    <a:pt x="3478" y="8269"/>
                    <a:pt x="3642" y="8220"/>
                    <a:pt x="3780" y="8141"/>
                  </a:cubicBezTo>
                  <a:lnTo>
                    <a:pt x="4280" y="3944"/>
                  </a:lnTo>
                  <a:lnTo>
                    <a:pt x="3780" y="1"/>
                  </a:lnTo>
                  <a:close/>
                </a:path>
              </a:pathLst>
            </a:custGeom>
            <a:solidFill>
              <a:srgbClr val="F7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699;p74">
              <a:extLst>
                <a:ext uri="{FF2B5EF4-FFF2-40B4-BE49-F238E27FC236}">
                  <a16:creationId xmlns:a16="http://schemas.microsoft.com/office/drawing/2014/main" id="{2525A56E-40E2-17DC-E834-6699F760C73E}"/>
                </a:ext>
              </a:extLst>
            </p:cNvPr>
            <p:cNvSpPr/>
            <p:nvPr/>
          </p:nvSpPr>
          <p:spPr>
            <a:xfrm>
              <a:off x="7795863" y="2632025"/>
              <a:ext cx="94750" cy="206725"/>
            </a:xfrm>
            <a:custGeom>
              <a:avLst/>
              <a:gdLst/>
              <a:ahLst/>
              <a:cxnLst/>
              <a:rect l="l" t="t" r="r" b="b"/>
              <a:pathLst>
                <a:path w="3790" h="8269" extrusionOk="0">
                  <a:moveTo>
                    <a:pt x="1" y="0"/>
                  </a:moveTo>
                  <a:lnTo>
                    <a:pt x="1" y="8144"/>
                  </a:lnTo>
                  <a:cubicBezTo>
                    <a:pt x="143" y="8224"/>
                    <a:pt x="307" y="8268"/>
                    <a:pt x="484" y="8268"/>
                  </a:cubicBezTo>
                  <a:cubicBezTo>
                    <a:pt x="661" y="8268"/>
                    <a:pt x="825" y="8219"/>
                    <a:pt x="962" y="8144"/>
                  </a:cubicBezTo>
                  <a:cubicBezTo>
                    <a:pt x="1109" y="8224"/>
                    <a:pt x="1268" y="8268"/>
                    <a:pt x="1445" y="8268"/>
                  </a:cubicBezTo>
                  <a:cubicBezTo>
                    <a:pt x="1977" y="8268"/>
                    <a:pt x="2416" y="7838"/>
                    <a:pt x="2416" y="7302"/>
                  </a:cubicBezTo>
                  <a:lnTo>
                    <a:pt x="2416" y="6372"/>
                  </a:lnTo>
                  <a:lnTo>
                    <a:pt x="3789" y="5140"/>
                  </a:lnTo>
                  <a:lnTo>
                    <a:pt x="3789" y="3474"/>
                  </a:lnTo>
                  <a:cubicBezTo>
                    <a:pt x="3789" y="1555"/>
                    <a:pt x="2238" y="0"/>
                    <a:pt x="315" y="0"/>
                  </a:cubicBezTo>
                  <a:close/>
                </a:path>
              </a:pathLst>
            </a:custGeom>
            <a:solidFill>
              <a:srgbClr val="9EAD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2700;p74">
              <a:extLst>
                <a:ext uri="{FF2B5EF4-FFF2-40B4-BE49-F238E27FC236}">
                  <a16:creationId xmlns:a16="http://schemas.microsoft.com/office/drawing/2014/main" id="{54727E38-F6EB-04F3-AA28-48583440335B}"/>
                </a:ext>
              </a:extLst>
            </p:cNvPr>
            <p:cNvSpPr/>
            <p:nvPr/>
          </p:nvSpPr>
          <p:spPr>
            <a:xfrm>
              <a:off x="7737163" y="2701900"/>
              <a:ext cx="39575" cy="39700"/>
            </a:xfrm>
            <a:custGeom>
              <a:avLst/>
              <a:gdLst/>
              <a:ahLst/>
              <a:cxnLst/>
              <a:rect l="l" t="t" r="r" b="b"/>
              <a:pathLst>
                <a:path w="1583" h="1588" extrusionOk="0">
                  <a:moveTo>
                    <a:pt x="794" y="1"/>
                  </a:moveTo>
                  <a:cubicBezTo>
                    <a:pt x="355" y="1"/>
                    <a:pt x="0" y="355"/>
                    <a:pt x="0" y="794"/>
                  </a:cubicBezTo>
                  <a:cubicBezTo>
                    <a:pt x="0" y="1233"/>
                    <a:pt x="355" y="1587"/>
                    <a:pt x="794" y="1587"/>
                  </a:cubicBezTo>
                  <a:cubicBezTo>
                    <a:pt x="1228" y="1587"/>
                    <a:pt x="1582" y="1233"/>
                    <a:pt x="1582" y="794"/>
                  </a:cubicBezTo>
                  <a:cubicBezTo>
                    <a:pt x="1582" y="355"/>
                    <a:pt x="1228" y="1"/>
                    <a:pt x="794" y="1"/>
                  </a:cubicBezTo>
                  <a:close/>
                </a:path>
              </a:pathLst>
            </a:custGeom>
            <a:solidFill>
              <a:srgbClr val="9EAD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701;p74">
              <a:extLst>
                <a:ext uri="{FF2B5EF4-FFF2-40B4-BE49-F238E27FC236}">
                  <a16:creationId xmlns:a16="http://schemas.microsoft.com/office/drawing/2014/main" id="{8701D07A-C909-0D6B-A276-BFA0F826F915}"/>
                </a:ext>
              </a:extLst>
            </p:cNvPr>
            <p:cNvSpPr/>
            <p:nvPr/>
          </p:nvSpPr>
          <p:spPr>
            <a:xfrm>
              <a:off x="7813263" y="2701900"/>
              <a:ext cx="39675" cy="39700"/>
            </a:xfrm>
            <a:custGeom>
              <a:avLst/>
              <a:gdLst/>
              <a:ahLst/>
              <a:cxnLst/>
              <a:rect l="l" t="t" r="r" b="b"/>
              <a:pathLst>
                <a:path w="1587" h="1588" extrusionOk="0">
                  <a:moveTo>
                    <a:pt x="794" y="1"/>
                  </a:moveTo>
                  <a:cubicBezTo>
                    <a:pt x="355" y="1"/>
                    <a:pt x="0" y="355"/>
                    <a:pt x="0" y="794"/>
                  </a:cubicBezTo>
                  <a:cubicBezTo>
                    <a:pt x="0" y="1233"/>
                    <a:pt x="355" y="1587"/>
                    <a:pt x="794" y="1587"/>
                  </a:cubicBezTo>
                  <a:cubicBezTo>
                    <a:pt x="1232" y="1587"/>
                    <a:pt x="1587" y="1233"/>
                    <a:pt x="1587" y="794"/>
                  </a:cubicBezTo>
                  <a:cubicBezTo>
                    <a:pt x="1587" y="355"/>
                    <a:pt x="1232" y="1"/>
                    <a:pt x="794" y="1"/>
                  </a:cubicBezTo>
                  <a:close/>
                </a:path>
              </a:pathLst>
            </a:custGeom>
            <a:solidFill>
              <a:srgbClr val="F7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702;p74">
              <a:extLst>
                <a:ext uri="{FF2B5EF4-FFF2-40B4-BE49-F238E27FC236}">
                  <a16:creationId xmlns:a16="http://schemas.microsoft.com/office/drawing/2014/main" id="{456786B3-6EB1-1D8F-746F-DC34D5F0006E}"/>
                </a:ext>
              </a:extLst>
            </p:cNvPr>
            <p:cNvSpPr/>
            <p:nvPr/>
          </p:nvSpPr>
          <p:spPr>
            <a:xfrm>
              <a:off x="7768388" y="2751550"/>
              <a:ext cx="33700" cy="48650"/>
            </a:xfrm>
            <a:custGeom>
              <a:avLst/>
              <a:gdLst/>
              <a:ahLst/>
              <a:cxnLst/>
              <a:rect l="l" t="t" r="r" b="b"/>
              <a:pathLst>
                <a:path w="1348" h="1946" extrusionOk="0">
                  <a:moveTo>
                    <a:pt x="1100" y="0"/>
                  </a:moveTo>
                  <a:lnTo>
                    <a:pt x="1" y="1502"/>
                  </a:lnTo>
                  <a:lnTo>
                    <a:pt x="608" y="1945"/>
                  </a:lnTo>
                  <a:lnTo>
                    <a:pt x="1100" y="1267"/>
                  </a:lnTo>
                  <a:lnTo>
                    <a:pt x="1348" y="762"/>
                  </a:lnTo>
                  <a:lnTo>
                    <a:pt x="1100" y="0"/>
                  </a:lnTo>
                  <a:close/>
                </a:path>
              </a:pathLst>
            </a:custGeom>
            <a:solidFill>
              <a:srgbClr val="9EAD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703;p74">
              <a:extLst>
                <a:ext uri="{FF2B5EF4-FFF2-40B4-BE49-F238E27FC236}">
                  <a16:creationId xmlns:a16="http://schemas.microsoft.com/office/drawing/2014/main" id="{3CE16AFF-13C0-D14B-6B3F-5A1A7449D191}"/>
                </a:ext>
              </a:extLst>
            </p:cNvPr>
            <p:cNvSpPr/>
            <p:nvPr/>
          </p:nvSpPr>
          <p:spPr>
            <a:xfrm>
              <a:off x="7795863" y="2751550"/>
              <a:ext cx="27400" cy="48650"/>
            </a:xfrm>
            <a:custGeom>
              <a:avLst/>
              <a:gdLst/>
              <a:ahLst/>
              <a:cxnLst/>
              <a:rect l="l" t="t" r="r" b="b"/>
              <a:pathLst>
                <a:path w="1096" h="1946" extrusionOk="0">
                  <a:moveTo>
                    <a:pt x="1" y="0"/>
                  </a:moveTo>
                  <a:lnTo>
                    <a:pt x="1" y="1267"/>
                  </a:lnTo>
                  <a:lnTo>
                    <a:pt x="493" y="1945"/>
                  </a:lnTo>
                  <a:lnTo>
                    <a:pt x="1095" y="15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7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" name="Google Shape;2693;p74">
            <a:extLst>
              <a:ext uri="{FF2B5EF4-FFF2-40B4-BE49-F238E27FC236}">
                <a16:creationId xmlns:a16="http://schemas.microsoft.com/office/drawing/2014/main" id="{AC83E261-C98A-2ECF-B650-92E07ADAD604}"/>
              </a:ext>
            </a:extLst>
          </p:cNvPr>
          <p:cNvGrpSpPr/>
          <p:nvPr/>
        </p:nvGrpSpPr>
        <p:grpSpPr>
          <a:xfrm>
            <a:off x="3576392" y="3128358"/>
            <a:ext cx="305850" cy="319325"/>
            <a:chOff x="7643013" y="2631450"/>
            <a:chExt cx="305850" cy="319325"/>
          </a:xfrm>
        </p:grpSpPr>
        <p:sp>
          <p:nvSpPr>
            <p:cNvPr id="34" name="Google Shape;2694;p74">
              <a:extLst>
                <a:ext uri="{FF2B5EF4-FFF2-40B4-BE49-F238E27FC236}">
                  <a16:creationId xmlns:a16="http://schemas.microsoft.com/office/drawing/2014/main" id="{79CA8046-61CB-263C-1A10-BD5E7C67425E}"/>
                </a:ext>
              </a:extLst>
            </p:cNvPr>
            <p:cNvSpPr/>
            <p:nvPr/>
          </p:nvSpPr>
          <p:spPr>
            <a:xfrm>
              <a:off x="7643013" y="2726600"/>
              <a:ext cx="152875" cy="135525"/>
            </a:xfrm>
            <a:custGeom>
              <a:avLst/>
              <a:gdLst/>
              <a:ahLst/>
              <a:cxnLst/>
              <a:rect l="l" t="t" r="r" b="b"/>
              <a:pathLst>
                <a:path w="6115" h="5421" extrusionOk="0">
                  <a:moveTo>
                    <a:pt x="2051" y="0"/>
                  </a:moveTo>
                  <a:cubicBezTo>
                    <a:pt x="1669" y="0"/>
                    <a:pt x="1294" y="183"/>
                    <a:pt x="1068" y="519"/>
                  </a:cubicBezTo>
                  <a:cubicBezTo>
                    <a:pt x="917" y="741"/>
                    <a:pt x="851" y="989"/>
                    <a:pt x="864" y="1237"/>
                  </a:cubicBezTo>
                  <a:cubicBezTo>
                    <a:pt x="660" y="1330"/>
                    <a:pt x="474" y="1485"/>
                    <a:pt x="341" y="1694"/>
                  </a:cubicBezTo>
                  <a:cubicBezTo>
                    <a:pt x="0" y="2252"/>
                    <a:pt x="173" y="2983"/>
                    <a:pt x="731" y="3333"/>
                  </a:cubicBezTo>
                  <a:cubicBezTo>
                    <a:pt x="926" y="3454"/>
                    <a:pt x="1142" y="3512"/>
                    <a:pt x="1357" y="3512"/>
                  </a:cubicBezTo>
                  <a:cubicBezTo>
                    <a:pt x="1714" y="3512"/>
                    <a:pt x="2064" y="3352"/>
                    <a:pt x="2291" y="3058"/>
                  </a:cubicBezTo>
                  <a:lnTo>
                    <a:pt x="6115" y="5420"/>
                  </a:lnTo>
                  <a:lnTo>
                    <a:pt x="6115" y="3555"/>
                  </a:lnTo>
                  <a:lnTo>
                    <a:pt x="3128" y="1703"/>
                  </a:lnTo>
                  <a:cubicBezTo>
                    <a:pt x="3390" y="1149"/>
                    <a:pt x="3190" y="471"/>
                    <a:pt x="2641" y="156"/>
                  </a:cubicBezTo>
                  <a:cubicBezTo>
                    <a:pt x="2456" y="51"/>
                    <a:pt x="2253" y="0"/>
                    <a:pt x="2051" y="0"/>
                  </a:cubicBezTo>
                  <a:close/>
                </a:path>
              </a:pathLst>
            </a:custGeom>
            <a:solidFill>
              <a:srgbClr val="8395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695;p74">
              <a:extLst>
                <a:ext uri="{FF2B5EF4-FFF2-40B4-BE49-F238E27FC236}">
                  <a16:creationId xmlns:a16="http://schemas.microsoft.com/office/drawing/2014/main" id="{1AF9C9BC-36B3-3EDA-6912-0742DE951887}"/>
                </a:ext>
              </a:extLst>
            </p:cNvPr>
            <p:cNvSpPr/>
            <p:nvPr/>
          </p:nvSpPr>
          <p:spPr>
            <a:xfrm>
              <a:off x="7795988" y="2815225"/>
              <a:ext cx="152875" cy="135425"/>
            </a:xfrm>
            <a:custGeom>
              <a:avLst/>
              <a:gdLst/>
              <a:ahLst/>
              <a:cxnLst/>
              <a:rect l="l" t="t" r="r" b="b"/>
              <a:pathLst>
                <a:path w="6115" h="5417" extrusionOk="0">
                  <a:moveTo>
                    <a:pt x="0" y="1"/>
                  </a:moveTo>
                  <a:lnTo>
                    <a:pt x="0" y="1866"/>
                  </a:lnTo>
                  <a:lnTo>
                    <a:pt x="2987" y="3718"/>
                  </a:lnTo>
                  <a:cubicBezTo>
                    <a:pt x="2725" y="4272"/>
                    <a:pt x="2925" y="4946"/>
                    <a:pt x="3474" y="5260"/>
                  </a:cubicBezTo>
                  <a:cubicBezTo>
                    <a:pt x="3659" y="5366"/>
                    <a:pt x="3862" y="5416"/>
                    <a:pt x="4064" y="5416"/>
                  </a:cubicBezTo>
                  <a:cubicBezTo>
                    <a:pt x="4446" y="5416"/>
                    <a:pt x="4821" y="5234"/>
                    <a:pt x="5047" y="4897"/>
                  </a:cubicBezTo>
                  <a:cubicBezTo>
                    <a:pt x="5193" y="4676"/>
                    <a:pt x="5260" y="4427"/>
                    <a:pt x="5251" y="4184"/>
                  </a:cubicBezTo>
                  <a:cubicBezTo>
                    <a:pt x="5455" y="4086"/>
                    <a:pt x="5636" y="3931"/>
                    <a:pt x="5769" y="3723"/>
                  </a:cubicBezTo>
                  <a:cubicBezTo>
                    <a:pt x="6115" y="3169"/>
                    <a:pt x="5942" y="2438"/>
                    <a:pt x="5384" y="2088"/>
                  </a:cubicBezTo>
                  <a:cubicBezTo>
                    <a:pt x="5190" y="1968"/>
                    <a:pt x="4973" y="1911"/>
                    <a:pt x="4759" y="1911"/>
                  </a:cubicBezTo>
                  <a:cubicBezTo>
                    <a:pt x="4402" y="1911"/>
                    <a:pt x="4051" y="2071"/>
                    <a:pt x="3824" y="236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8395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696;p74">
              <a:extLst>
                <a:ext uri="{FF2B5EF4-FFF2-40B4-BE49-F238E27FC236}">
                  <a16:creationId xmlns:a16="http://schemas.microsoft.com/office/drawing/2014/main" id="{C89BABC7-39DF-3C31-2321-068D0B15B9B7}"/>
                </a:ext>
              </a:extLst>
            </p:cNvPr>
            <p:cNvSpPr/>
            <p:nvPr/>
          </p:nvSpPr>
          <p:spPr>
            <a:xfrm>
              <a:off x="7643013" y="2815350"/>
              <a:ext cx="165300" cy="135425"/>
            </a:xfrm>
            <a:custGeom>
              <a:avLst/>
              <a:gdLst/>
              <a:ahLst/>
              <a:cxnLst/>
              <a:rect l="l" t="t" r="r" b="b"/>
              <a:pathLst>
                <a:path w="6612" h="5417" extrusionOk="0">
                  <a:moveTo>
                    <a:pt x="6115" y="0"/>
                  </a:moveTo>
                  <a:lnTo>
                    <a:pt x="2291" y="2362"/>
                  </a:lnTo>
                  <a:cubicBezTo>
                    <a:pt x="2061" y="2066"/>
                    <a:pt x="1711" y="1906"/>
                    <a:pt x="1355" y="1906"/>
                  </a:cubicBezTo>
                  <a:cubicBezTo>
                    <a:pt x="1141" y="1906"/>
                    <a:pt x="925" y="1963"/>
                    <a:pt x="731" y="2083"/>
                  </a:cubicBezTo>
                  <a:cubicBezTo>
                    <a:pt x="173" y="2428"/>
                    <a:pt x="0" y="3164"/>
                    <a:pt x="341" y="3722"/>
                  </a:cubicBezTo>
                  <a:cubicBezTo>
                    <a:pt x="470" y="3935"/>
                    <a:pt x="651" y="4081"/>
                    <a:pt x="864" y="4183"/>
                  </a:cubicBezTo>
                  <a:cubicBezTo>
                    <a:pt x="860" y="4409"/>
                    <a:pt x="913" y="4644"/>
                    <a:pt x="1041" y="4852"/>
                  </a:cubicBezTo>
                  <a:cubicBezTo>
                    <a:pt x="1264" y="5217"/>
                    <a:pt x="1657" y="5417"/>
                    <a:pt x="2058" y="5417"/>
                  </a:cubicBezTo>
                  <a:cubicBezTo>
                    <a:pt x="2271" y="5417"/>
                    <a:pt x="2487" y="5360"/>
                    <a:pt x="2681" y="5242"/>
                  </a:cubicBezTo>
                  <a:cubicBezTo>
                    <a:pt x="3199" y="4919"/>
                    <a:pt x="3390" y="4258"/>
                    <a:pt x="3128" y="3718"/>
                  </a:cubicBezTo>
                  <a:lnTo>
                    <a:pt x="6115" y="1866"/>
                  </a:lnTo>
                  <a:lnTo>
                    <a:pt x="6611" y="993"/>
                  </a:lnTo>
                  <a:lnTo>
                    <a:pt x="6115" y="0"/>
                  </a:lnTo>
                  <a:close/>
                </a:path>
              </a:pathLst>
            </a:custGeom>
            <a:solidFill>
              <a:srgbClr val="9EAD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697;p74">
              <a:extLst>
                <a:ext uri="{FF2B5EF4-FFF2-40B4-BE49-F238E27FC236}">
                  <a16:creationId xmlns:a16="http://schemas.microsoft.com/office/drawing/2014/main" id="{F981D96A-ED49-792D-0205-905532C50AA9}"/>
                </a:ext>
              </a:extLst>
            </p:cNvPr>
            <p:cNvSpPr/>
            <p:nvPr/>
          </p:nvSpPr>
          <p:spPr>
            <a:xfrm>
              <a:off x="7795863" y="2726625"/>
              <a:ext cx="153000" cy="135375"/>
            </a:xfrm>
            <a:custGeom>
              <a:avLst/>
              <a:gdLst/>
              <a:ahLst/>
              <a:cxnLst/>
              <a:rect l="l" t="t" r="r" b="b"/>
              <a:pathLst>
                <a:path w="6120" h="5415" extrusionOk="0">
                  <a:moveTo>
                    <a:pt x="4058" y="0"/>
                  </a:moveTo>
                  <a:cubicBezTo>
                    <a:pt x="3858" y="0"/>
                    <a:pt x="3657" y="50"/>
                    <a:pt x="3475" y="155"/>
                  </a:cubicBezTo>
                  <a:cubicBezTo>
                    <a:pt x="2925" y="470"/>
                    <a:pt x="2726" y="1148"/>
                    <a:pt x="2987" y="1702"/>
                  </a:cubicBezTo>
                  <a:lnTo>
                    <a:pt x="1" y="3549"/>
                  </a:lnTo>
                  <a:lnTo>
                    <a:pt x="1" y="5415"/>
                  </a:lnTo>
                  <a:lnTo>
                    <a:pt x="3820" y="3053"/>
                  </a:lnTo>
                  <a:cubicBezTo>
                    <a:pt x="4053" y="3347"/>
                    <a:pt x="4401" y="3507"/>
                    <a:pt x="4758" y="3507"/>
                  </a:cubicBezTo>
                  <a:cubicBezTo>
                    <a:pt x="4972" y="3507"/>
                    <a:pt x="5188" y="3449"/>
                    <a:pt x="5384" y="3328"/>
                  </a:cubicBezTo>
                  <a:cubicBezTo>
                    <a:pt x="5947" y="2978"/>
                    <a:pt x="6120" y="2247"/>
                    <a:pt x="5770" y="1688"/>
                  </a:cubicBezTo>
                  <a:cubicBezTo>
                    <a:pt x="5646" y="1480"/>
                    <a:pt x="5460" y="1329"/>
                    <a:pt x="5252" y="1227"/>
                  </a:cubicBezTo>
                  <a:cubicBezTo>
                    <a:pt x="5260" y="984"/>
                    <a:pt x="5194" y="736"/>
                    <a:pt x="5048" y="518"/>
                  </a:cubicBezTo>
                  <a:cubicBezTo>
                    <a:pt x="4818" y="184"/>
                    <a:pt x="4441" y="0"/>
                    <a:pt x="4058" y="0"/>
                  </a:cubicBezTo>
                  <a:close/>
                </a:path>
              </a:pathLst>
            </a:custGeom>
            <a:solidFill>
              <a:srgbClr val="F7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698;p74">
              <a:extLst>
                <a:ext uri="{FF2B5EF4-FFF2-40B4-BE49-F238E27FC236}">
                  <a16:creationId xmlns:a16="http://schemas.microsoft.com/office/drawing/2014/main" id="{B4F764F6-F7CC-B5C3-4B88-67810762DABA}"/>
                </a:ext>
              </a:extLst>
            </p:cNvPr>
            <p:cNvSpPr/>
            <p:nvPr/>
          </p:nvSpPr>
          <p:spPr>
            <a:xfrm>
              <a:off x="7700613" y="2631450"/>
              <a:ext cx="107025" cy="206750"/>
            </a:xfrm>
            <a:custGeom>
              <a:avLst/>
              <a:gdLst/>
              <a:ahLst/>
              <a:cxnLst/>
              <a:rect l="l" t="t" r="r" b="b"/>
              <a:pathLst>
                <a:path w="4281" h="8270" extrusionOk="0">
                  <a:moveTo>
                    <a:pt x="3465" y="1"/>
                  </a:moveTo>
                  <a:cubicBezTo>
                    <a:pt x="1555" y="1"/>
                    <a:pt x="0" y="1552"/>
                    <a:pt x="0" y="3475"/>
                  </a:cubicBezTo>
                  <a:lnTo>
                    <a:pt x="0" y="5141"/>
                  </a:lnTo>
                  <a:lnTo>
                    <a:pt x="1369" y="6421"/>
                  </a:lnTo>
                  <a:lnTo>
                    <a:pt x="1369" y="7285"/>
                  </a:lnTo>
                  <a:cubicBezTo>
                    <a:pt x="1369" y="7795"/>
                    <a:pt x="1781" y="8247"/>
                    <a:pt x="2300" y="8269"/>
                  </a:cubicBezTo>
                  <a:cubicBezTo>
                    <a:pt x="2308" y="8269"/>
                    <a:pt x="2317" y="8269"/>
                    <a:pt x="2325" y="8269"/>
                  </a:cubicBezTo>
                  <a:cubicBezTo>
                    <a:pt x="2502" y="8269"/>
                    <a:pt x="2674" y="8225"/>
                    <a:pt x="2818" y="8141"/>
                  </a:cubicBezTo>
                  <a:cubicBezTo>
                    <a:pt x="2964" y="8225"/>
                    <a:pt x="3124" y="8269"/>
                    <a:pt x="3301" y="8269"/>
                  </a:cubicBezTo>
                  <a:cubicBezTo>
                    <a:pt x="3478" y="8269"/>
                    <a:pt x="3642" y="8220"/>
                    <a:pt x="3780" y="8141"/>
                  </a:cubicBezTo>
                  <a:lnTo>
                    <a:pt x="4280" y="3944"/>
                  </a:lnTo>
                  <a:lnTo>
                    <a:pt x="3780" y="1"/>
                  </a:lnTo>
                  <a:close/>
                </a:path>
              </a:pathLst>
            </a:custGeom>
            <a:solidFill>
              <a:srgbClr val="F7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699;p74">
              <a:extLst>
                <a:ext uri="{FF2B5EF4-FFF2-40B4-BE49-F238E27FC236}">
                  <a16:creationId xmlns:a16="http://schemas.microsoft.com/office/drawing/2014/main" id="{42416022-F7D6-5891-2E8E-AD2FC8BE4E09}"/>
                </a:ext>
              </a:extLst>
            </p:cNvPr>
            <p:cNvSpPr/>
            <p:nvPr/>
          </p:nvSpPr>
          <p:spPr>
            <a:xfrm>
              <a:off x="7795863" y="2632025"/>
              <a:ext cx="94750" cy="206725"/>
            </a:xfrm>
            <a:custGeom>
              <a:avLst/>
              <a:gdLst/>
              <a:ahLst/>
              <a:cxnLst/>
              <a:rect l="l" t="t" r="r" b="b"/>
              <a:pathLst>
                <a:path w="3790" h="8269" extrusionOk="0">
                  <a:moveTo>
                    <a:pt x="1" y="0"/>
                  </a:moveTo>
                  <a:lnTo>
                    <a:pt x="1" y="8144"/>
                  </a:lnTo>
                  <a:cubicBezTo>
                    <a:pt x="143" y="8224"/>
                    <a:pt x="307" y="8268"/>
                    <a:pt x="484" y="8268"/>
                  </a:cubicBezTo>
                  <a:cubicBezTo>
                    <a:pt x="661" y="8268"/>
                    <a:pt x="825" y="8219"/>
                    <a:pt x="962" y="8144"/>
                  </a:cubicBezTo>
                  <a:cubicBezTo>
                    <a:pt x="1109" y="8224"/>
                    <a:pt x="1268" y="8268"/>
                    <a:pt x="1445" y="8268"/>
                  </a:cubicBezTo>
                  <a:cubicBezTo>
                    <a:pt x="1977" y="8268"/>
                    <a:pt x="2416" y="7838"/>
                    <a:pt x="2416" y="7302"/>
                  </a:cubicBezTo>
                  <a:lnTo>
                    <a:pt x="2416" y="6372"/>
                  </a:lnTo>
                  <a:lnTo>
                    <a:pt x="3789" y="5140"/>
                  </a:lnTo>
                  <a:lnTo>
                    <a:pt x="3789" y="3474"/>
                  </a:lnTo>
                  <a:cubicBezTo>
                    <a:pt x="3789" y="1555"/>
                    <a:pt x="2238" y="0"/>
                    <a:pt x="315" y="0"/>
                  </a:cubicBezTo>
                  <a:close/>
                </a:path>
              </a:pathLst>
            </a:custGeom>
            <a:solidFill>
              <a:srgbClr val="9EAD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2700;p74">
              <a:extLst>
                <a:ext uri="{FF2B5EF4-FFF2-40B4-BE49-F238E27FC236}">
                  <a16:creationId xmlns:a16="http://schemas.microsoft.com/office/drawing/2014/main" id="{23B0014A-0A3F-EE1B-ED21-70EB4A1194F0}"/>
                </a:ext>
              </a:extLst>
            </p:cNvPr>
            <p:cNvSpPr/>
            <p:nvPr/>
          </p:nvSpPr>
          <p:spPr>
            <a:xfrm>
              <a:off x="7737163" y="2701900"/>
              <a:ext cx="39575" cy="39700"/>
            </a:xfrm>
            <a:custGeom>
              <a:avLst/>
              <a:gdLst/>
              <a:ahLst/>
              <a:cxnLst/>
              <a:rect l="l" t="t" r="r" b="b"/>
              <a:pathLst>
                <a:path w="1583" h="1588" extrusionOk="0">
                  <a:moveTo>
                    <a:pt x="794" y="1"/>
                  </a:moveTo>
                  <a:cubicBezTo>
                    <a:pt x="355" y="1"/>
                    <a:pt x="0" y="355"/>
                    <a:pt x="0" y="794"/>
                  </a:cubicBezTo>
                  <a:cubicBezTo>
                    <a:pt x="0" y="1233"/>
                    <a:pt x="355" y="1587"/>
                    <a:pt x="794" y="1587"/>
                  </a:cubicBezTo>
                  <a:cubicBezTo>
                    <a:pt x="1228" y="1587"/>
                    <a:pt x="1582" y="1233"/>
                    <a:pt x="1582" y="794"/>
                  </a:cubicBezTo>
                  <a:cubicBezTo>
                    <a:pt x="1582" y="355"/>
                    <a:pt x="1228" y="1"/>
                    <a:pt x="794" y="1"/>
                  </a:cubicBezTo>
                  <a:close/>
                </a:path>
              </a:pathLst>
            </a:custGeom>
            <a:solidFill>
              <a:srgbClr val="9EAD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701;p74">
              <a:extLst>
                <a:ext uri="{FF2B5EF4-FFF2-40B4-BE49-F238E27FC236}">
                  <a16:creationId xmlns:a16="http://schemas.microsoft.com/office/drawing/2014/main" id="{5A502B8C-A6D6-013B-52D5-8DCE39C348F9}"/>
                </a:ext>
              </a:extLst>
            </p:cNvPr>
            <p:cNvSpPr/>
            <p:nvPr/>
          </p:nvSpPr>
          <p:spPr>
            <a:xfrm>
              <a:off x="7813263" y="2701900"/>
              <a:ext cx="39675" cy="39700"/>
            </a:xfrm>
            <a:custGeom>
              <a:avLst/>
              <a:gdLst/>
              <a:ahLst/>
              <a:cxnLst/>
              <a:rect l="l" t="t" r="r" b="b"/>
              <a:pathLst>
                <a:path w="1587" h="1588" extrusionOk="0">
                  <a:moveTo>
                    <a:pt x="794" y="1"/>
                  </a:moveTo>
                  <a:cubicBezTo>
                    <a:pt x="355" y="1"/>
                    <a:pt x="0" y="355"/>
                    <a:pt x="0" y="794"/>
                  </a:cubicBezTo>
                  <a:cubicBezTo>
                    <a:pt x="0" y="1233"/>
                    <a:pt x="355" y="1587"/>
                    <a:pt x="794" y="1587"/>
                  </a:cubicBezTo>
                  <a:cubicBezTo>
                    <a:pt x="1232" y="1587"/>
                    <a:pt x="1587" y="1233"/>
                    <a:pt x="1587" y="794"/>
                  </a:cubicBezTo>
                  <a:cubicBezTo>
                    <a:pt x="1587" y="355"/>
                    <a:pt x="1232" y="1"/>
                    <a:pt x="794" y="1"/>
                  </a:cubicBezTo>
                  <a:close/>
                </a:path>
              </a:pathLst>
            </a:custGeom>
            <a:solidFill>
              <a:srgbClr val="F7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702;p74">
              <a:extLst>
                <a:ext uri="{FF2B5EF4-FFF2-40B4-BE49-F238E27FC236}">
                  <a16:creationId xmlns:a16="http://schemas.microsoft.com/office/drawing/2014/main" id="{3C803EDD-18A5-C398-09DC-B80538A0D101}"/>
                </a:ext>
              </a:extLst>
            </p:cNvPr>
            <p:cNvSpPr/>
            <p:nvPr/>
          </p:nvSpPr>
          <p:spPr>
            <a:xfrm>
              <a:off x="7768388" y="2751550"/>
              <a:ext cx="33700" cy="48650"/>
            </a:xfrm>
            <a:custGeom>
              <a:avLst/>
              <a:gdLst/>
              <a:ahLst/>
              <a:cxnLst/>
              <a:rect l="l" t="t" r="r" b="b"/>
              <a:pathLst>
                <a:path w="1348" h="1946" extrusionOk="0">
                  <a:moveTo>
                    <a:pt x="1100" y="0"/>
                  </a:moveTo>
                  <a:lnTo>
                    <a:pt x="1" y="1502"/>
                  </a:lnTo>
                  <a:lnTo>
                    <a:pt x="608" y="1945"/>
                  </a:lnTo>
                  <a:lnTo>
                    <a:pt x="1100" y="1267"/>
                  </a:lnTo>
                  <a:lnTo>
                    <a:pt x="1348" y="762"/>
                  </a:lnTo>
                  <a:lnTo>
                    <a:pt x="1100" y="0"/>
                  </a:lnTo>
                  <a:close/>
                </a:path>
              </a:pathLst>
            </a:custGeom>
            <a:solidFill>
              <a:srgbClr val="9EAD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703;p74">
              <a:extLst>
                <a:ext uri="{FF2B5EF4-FFF2-40B4-BE49-F238E27FC236}">
                  <a16:creationId xmlns:a16="http://schemas.microsoft.com/office/drawing/2014/main" id="{6BBB8BBE-149F-66B8-8DBE-111069E48DCE}"/>
                </a:ext>
              </a:extLst>
            </p:cNvPr>
            <p:cNvSpPr/>
            <p:nvPr/>
          </p:nvSpPr>
          <p:spPr>
            <a:xfrm>
              <a:off x="7795863" y="2751550"/>
              <a:ext cx="27400" cy="48650"/>
            </a:xfrm>
            <a:custGeom>
              <a:avLst/>
              <a:gdLst/>
              <a:ahLst/>
              <a:cxnLst/>
              <a:rect l="l" t="t" r="r" b="b"/>
              <a:pathLst>
                <a:path w="1096" h="1946" extrusionOk="0">
                  <a:moveTo>
                    <a:pt x="1" y="0"/>
                  </a:moveTo>
                  <a:lnTo>
                    <a:pt x="1" y="1267"/>
                  </a:lnTo>
                  <a:lnTo>
                    <a:pt x="493" y="1945"/>
                  </a:lnTo>
                  <a:lnTo>
                    <a:pt x="1095" y="15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7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8CF96A9C-5752-5299-44ED-89B4405FB4EC}"/>
              </a:ext>
            </a:extLst>
          </p:cNvPr>
          <p:cNvSpPr txBox="1"/>
          <p:nvPr/>
        </p:nvSpPr>
        <p:spPr>
          <a:xfrm>
            <a:off x="1202852" y="3453979"/>
            <a:ext cx="16711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2035</a:t>
            </a:r>
            <a:r>
              <a:rPr lang="ko-KR" altLang="en-US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년 </a:t>
            </a:r>
            <a:r>
              <a:rPr lang="en-US" altLang="ko-KR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r>
              <a:rPr lang="ko-KR" altLang="en-US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월</a:t>
            </a:r>
            <a:endParaRPr lang="en-US" altLang="ko-KR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정체 불명의 </a:t>
            </a:r>
            <a:r>
              <a:rPr lang="ko-KR" altLang="en-US" sz="10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바이러스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창궐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개월만에 세계 인구 </a:t>
            </a: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50% 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감소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040754-1EE1-CCA7-B7A4-8C5538218CC5}"/>
              </a:ext>
            </a:extLst>
          </p:cNvPr>
          <p:cNvSpPr txBox="1"/>
          <p:nvPr/>
        </p:nvSpPr>
        <p:spPr>
          <a:xfrm>
            <a:off x="2900870" y="3453979"/>
            <a:ext cx="1671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2035</a:t>
            </a:r>
            <a:r>
              <a:rPr lang="ko-KR" altLang="en-US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년 </a:t>
            </a:r>
            <a:r>
              <a:rPr lang="en-US" altLang="ko-KR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9</a:t>
            </a:r>
            <a:r>
              <a:rPr lang="ko-KR" altLang="en-US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월</a:t>
            </a:r>
            <a:endParaRPr lang="en-US" altLang="ko-KR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정부 붕괴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6FF906E-31E4-87E8-4ABA-B3EAAB918564}"/>
              </a:ext>
            </a:extLst>
          </p:cNvPr>
          <p:cNvSpPr txBox="1"/>
          <p:nvPr/>
        </p:nvSpPr>
        <p:spPr>
          <a:xfrm>
            <a:off x="4573295" y="3453979"/>
            <a:ext cx="167113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2036</a:t>
            </a:r>
            <a:r>
              <a:rPr lang="ko-KR" altLang="en-US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년 </a:t>
            </a:r>
            <a:r>
              <a:rPr lang="en-US" altLang="ko-KR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lang="ko-KR" altLang="en-US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월</a:t>
            </a:r>
            <a:endParaRPr lang="en-US" altLang="ko-KR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주요 도시를 중심으로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00" dirty="0">
                <a:solidFill>
                  <a:srgbClr val="FFFF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안전구역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활성화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B2D88AF-0498-C6A7-DE6A-AAC77E8F48AB}"/>
              </a:ext>
            </a:extLst>
          </p:cNvPr>
          <p:cNvSpPr txBox="1"/>
          <p:nvPr/>
        </p:nvSpPr>
        <p:spPr>
          <a:xfrm>
            <a:off x="6270018" y="3453979"/>
            <a:ext cx="167113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2039</a:t>
            </a:r>
            <a:r>
              <a:rPr lang="ko-KR" altLang="en-US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년 </a:t>
            </a:r>
            <a:r>
              <a:rPr lang="en-US" altLang="ko-KR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11</a:t>
            </a:r>
            <a:r>
              <a:rPr lang="ko-KR" altLang="en-US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월</a:t>
            </a:r>
            <a:endParaRPr lang="en-US" altLang="ko-KR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약탈자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침입으로 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안전구역 붕괴</a:t>
            </a:r>
          </a:p>
        </p:txBody>
      </p:sp>
      <p:grpSp>
        <p:nvGrpSpPr>
          <p:cNvPr id="49" name="Google Shape;2693;p74">
            <a:extLst>
              <a:ext uri="{FF2B5EF4-FFF2-40B4-BE49-F238E27FC236}">
                <a16:creationId xmlns:a16="http://schemas.microsoft.com/office/drawing/2014/main" id="{5C6D1659-E76C-6295-8F03-02E298271A29}"/>
              </a:ext>
            </a:extLst>
          </p:cNvPr>
          <p:cNvGrpSpPr/>
          <p:nvPr/>
        </p:nvGrpSpPr>
        <p:grpSpPr>
          <a:xfrm>
            <a:off x="5255935" y="3128358"/>
            <a:ext cx="305850" cy="319325"/>
            <a:chOff x="7643013" y="2631450"/>
            <a:chExt cx="305850" cy="319325"/>
          </a:xfrm>
        </p:grpSpPr>
        <p:sp>
          <p:nvSpPr>
            <p:cNvPr id="50" name="Google Shape;2694;p74">
              <a:extLst>
                <a:ext uri="{FF2B5EF4-FFF2-40B4-BE49-F238E27FC236}">
                  <a16:creationId xmlns:a16="http://schemas.microsoft.com/office/drawing/2014/main" id="{2465C0BF-A22E-BED3-FA85-D0E314FCC679}"/>
                </a:ext>
              </a:extLst>
            </p:cNvPr>
            <p:cNvSpPr/>
            <p:nvPr/>
          </p:nvSpPr>
          <p:spPr>
            <a:xfrm>
              <a:off x="7643013" y="2726600"/>
              <a:ext cx="152875" cy="135525"/>
            </a:xfrm>
            <a:custGeom>
              <a:avLst/>
              <a:gdLst/>
              <a:ahLst/>
              <a:cxnLst/>
              <a:rect l="l" t="t" r="r" b="b"/>
              <a:pathLst>
                <a:path w="6115" h="5421" extrusionOk="0">
                  <a:moveTo>
                    <a:pt x="2051" y="0"/>
                  </a:moveTo>
                  <a:cubicBezTo>
                    <a:pt x="1669" y="0"/>
                    <a:pt x="1294" y="183"/>
                    <a:pt x="1068" y="519"/>
                  </a:cubicBezTo>
                  <a:cubicBezTo>
                    <a:pt x="917" y="741"/>
                    <a:pt x="851" y="989"/>
                    <a:pt x="864" y="1237"/>
                  </a:cubicBezTo>
                  <a:cubicBezTo>
                    <a:pt x="660" y="1330"/>
                    <a:pt x="474" y="1485"/>
                    <a:pt x="341" y="1694"/>
                  </a:cubicBezTo>
                  <a:cubicBezTo>
                    <a:pt x="0" y="2252"/>
                    <a:pt x="173" y="2983"/>
                    <a:pt x="731" y="3333"/>
                  </a:cubicBezTo>
                  <a:cubicBezTo>
                    <a:pt x="926" y="3454"/>
                    <a:pt x="1142" y="3512"/>
                    <a:pt x="1357" y="3512"/>
                  </a:cubicBezTo>
                  <a:cubicBezTo>
                    <a:pt x="1714" y="3512"/>
                    <a:pt x="2064" y="3352"/>
                    <a:pt x="2291" y="3058"/>
                  </a:cubicBezTo>
                  <a:lnTo>
                    <a:pt x="6115" y="5420"/>
                  </a:lnTo>
                  <a:lnTo>
                    <a:pt x="6115" y="3555"/>
                  </a:lnTo>
                  <a:lnTo>
                    <a:pt x="3128" y="1703"/>
                  </a:lnTo>
                  <a:cubicBezTo>
                    <a:pt x="3390" y="1149"/>
                    <a:pt x="3190" y="471"/>
                    <a:pt x="2641" y="156"/>
                  </a:cubicBezTo>
                  <a:cubicBezTo>
                    <a:pt x="2456" y="51"/>
                    <a:pt x="2253" y="0"/>
                    <a:pt x="2051" y="0"/>
                  </a:cubicBezTo>
                  <a:close/>
                </a:path>
              </a:pathLst>
            </a:custGeom>
            <a:solidFill>
              <a:srgbClr val="8395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695;p74">
              <a:extLst>
                <a:ext uri="{FF2B5EF4-FFF2-40B4-BE49-F238E27FC236}">
                  <a16:creationId xmlns:a16="http://schemas.microsoft.com/office/drawing/2014/main" id="{7D9ED07B-EE24-FA25-01D1-7FBF1443EC35}"/>
                </a:ext>
              </a:extLst>
            </p:cNvPr>
            <p:cNvSpPr/>
            <p:nvPr/>
          </p:nvSpPr>
          <p:spPr>
            <a:xfrm>
              <a:off x="7795988" y="2815225"/>
              <a:ext cx="152875" cy="135425"/>
            </a:xfrm>
            <a:custGeom>
              <a:avLst/>
              <a:gdLst/>
              <a:ahLst/>
              <a:cxnLst/>
              <a:rect l="l" t="t" r="r" b="b"/>
              <a:pathLst>
                <a:path w="6115" h="5417" extrusionOk="0">
                  <a:moveTo>
                    <a:pt x="0" y="1"/>
                  </a:moveTo>
                  <a:lnTo>
                    <a:pt x="0" y="1866"/>
                  </a:lnTo>
                  <a:lnTo>
                    <a:pt x="2987" y="3718"/>
                  </a:lnTo>
                  <a:cubicBezTo>
                    <a:pt x="2725" y="4272"/>
                    <a:pt x="2925" y="4946"/>
                    <a:pt x="3474" y="5260"/>
                  </a:cubicBezTo>
                  <a:cubicBezTo>
                    <a:pt x="3659" y="5366"/>
                    <a:pt x="3862" y="5416"/>
                    <a:pt x="4064" y="5416"/>
                  </a:cubicBezTo>
                  <a:cubicBezTo>
                    <a:pt x="4446" y="5416"/>
                    <a:pt x="4821" y="5234"/>
                    <a:pt x="5047" y="4897"/>
                  </a:cubicBezTo>
                  <a:cubicBezTo>
                    <a:pt x="5193" y="4676"/>
                    <a:pt x="5260" y="4427"/>
                    <a:pt x="5251" y="4184"/>
                  </a:cubicBezTo>
                  <a:cubicBezTo>
                    <a:pt x="5455" y="4086"/>
                    <a:pt x="5636" y="3931"/>
                    <a:pt x="5769" y="3723"/>
                  </a:cubicBezTo>
                  <a:cubicBezTo>
                    <a:pt x="6115" y="3169"/>
                    <a:pt x="5942" y="2438"/>
                    <a:pt x="5384" y="2088"/>
                  </a:cubicBezTo>
                  <a:cubicBezTo>
                    <a:pt x="5190" y="1968"/>
                    <a:pt x="4973" y="1911"/>
                    <a:pt x="4759" y="1911"/>
                  </a:cubicBezTo>
                  <a:cubicBezTo>
                    <a:pt x="4402" y="1911"/>
                    <a:pt x="4051" y="2071"/>
                    <a:pt x="3824" y="236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8395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696;p74">
              <a:extLst>
                <a:ext uri="{FF2B5EF4-FFF2-40B4-BE49-F238E27FC236}">
                  <a16:creationId xmlns:a16="http://schemas.microsoft.com/office/drawing/2014/main" id="{90B5B9D5-50FC-7048-9B14-E839B910B66B}"/>
                </a:ext>
              </a:extLst>
            </p:cNvPr>
            <p:cNvSpPr/>
            <p:nvPr/>
          </p:nvSpPr>
          <p:spPr>
            <a:xfrm>
              <a:off x="7643013" y="2815350"/>
              <a:ext cx="165300" cy="135425"/>
            </a:xfrm>
            <a:custGeom>
              <a:avLst/>
              <a:gdLst/>
              <a:ahLst/>
              <a:cxnLst/>
              <a:rect l="l" t="t" r="r" b="b"/>
              <a:pathLst>
                <a:path w="6612" h="5417" extrusionOk="0">
                  <a:moveTo>
                    <a:pt x="6115" y="0"/>
                  </a:moveTo>
                  <a:lnTo>
                    <a:pt x="2291" y="2362"/>
                  </a:lnTo>
                  <a:cubicBezTo>
                    <a:pt x="2061" y="2066"/>
                    <a:pt x="1711" y="1906"/>
                    <a:pt x="1355" y="1906"/>
                  </a:cubicBezTo>
                  <a:cubicBezTo>
                    <a:pt x="1141" y="1906"/>
                    <a:pt x="925" y="1963"/>
                    <a:pt x="731" y="2083"/>
                  </a:cubicBezTo>
                  <a:cubicBezTo>
                    <a:pt x="173" y="2428"/>
                    <a:pt x="0" y="3164"/>
                    <a:pt x="341" y="3722"/>
                  </a:cubicBezTo>
                  <a:cubicBezTo>
                    <a:pt x="470" y="3935"/>
                    <a:pt x="651" y="4081"/>
                    <a:pt x="864" y="4183"/>
                  </a:cubicBezTo>
                  <a:cubicBezTo>
                    <a:pt x="860" y="4409"/>
                    <a:pt x="913" y="4644"/>
                    <a:pt x="1041" y="4852"/>
                  </a:cubicBezTo>
                  <a:cubicBezTo>
                    <a:pt x="1264" y="5217"/>
                    <a:pt x="1657" y="5417"/>
                    <a:pt x="2058" y="5417"/>
                  </a:cubicBezTo>
                  <a:cubicBezTo>
                    <a:pt x="2271" y="5417"/>
                    <a:pt x="2487" y="5360"/>
                    <a:pt x="2681" y="5242"/>
                  </a:cubicBezTo>
                  <a:cubicBezTo>
                    <a:pt x="3199" y="4919"/>
                    <a:pt x="3390" y="4258"/>
                    <a:pt x="3128" y="3718"/>
                  </a:cubicBezTo>
                  <a:lnTo>
                    <a:pt x="6115" y="1866"/>
                  </a:lnTo>
                  <a:lnTo>
                    <a:pt x="6611" y="993"/>
                  </a:lnTo>
                  <a:lnTo>
                    <a:pt x="6115" y="0"/>
                  </a:lnTo>
                  <a:close/>
                </a:path>
              </a:pathLst>
            </a:custGeom>
            <a:solidFill>
              <a:srgbClr val="9EAD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697;p74">
              <a:extLst>
                <a:ext uri="{FF2B5EF4-FFF2-40B4-BE49-F238E27FC236}">
                  <a16:creationId xmlns:a16="http://schemas.microsoft.com/office/drawing/2014/main" id="{CDC4E35B-95EE-2552-4128-96F58B710BB3}"/>
                </a:ext>
              </a:extLst>
            </p:cNvPr>
            <p:cNvSpPr/>
            <p:nvPr/>
          </p:nvSpPr>
          <p:spPr>
            <a:xfrm>
              <a:off x="7795863" y="2726625"/>
              <a:ext cx="153000" cy="135375"/>
            </a:xfrm>
            <a:custGeom>
              <a:avLst/>
              <a:gdLst/>
              <a:ahLst/>
              <a:cxnLst/>
              <a:rect l="l" t="t" r="r" b="b"/>
              <a:pathLst>
                <a:path w="6120" h="5415" extrusionOk="0">
                  <a:moveTo>
                    <a:pt x="4058" y="0"/>
                  </a:moveTo>
                  <a:cubicBezTo>
                    <a:pt x="3858" y="0"/>
                    <a:pt x="3657" y="50"/>
                    <a:pt x="3475" y="155"/>
                  </a:cubicBezTo>
                  <a:cubicBezTo>
                    <a:pt x="2925" y="470"/>
                    <a:pt x="2726" y="1148"/>
                    <a:pt x="2987" y="1702"/>
                  </a:cubicBezTo>
                  <a:lnTo>
                    <a:pt x="1" y="3549"/>
                  </a:lnTo>
                  <a:lnTo>
                    <a:pt x="1" y="5415"/>
                  </a:lnTo>
                  <a:lnTo>
                    <a:pt x="3820" y="3053"/>
                  </a:lnTo>
                  <a:cubicBezTo>
                    <a:pt x="4053" y="3347"/>
                    <a:pt x="4401" y="3507"/>
                    <a:pt x="4758" y="3507"/>
                  </a:cubicBezTo>
                  <a:cubicBezTo>
                    <a:pt x="4972" y="3507"/>
                    <a:pt x="5188" y="3449"/>
                    <a:pt x="5384" y="3328"/>
                  </a:cubicBezTo>
                  <a:cubicBezTo>
                    <a:pt x="5947" y="2978"/>
                    <a:pt x="6120" y="2247"/>
                    <a:pt x="5770" y="1688"/>
                  </a:cubicBezTo>
                  <a:cubicBezTo>
                    <a:pt x="5646" y="1480"/>
                    <a:pt x="5460" y="1329"/>
                    <a:pt x="5252" y="1227"/>
                  </a:cubicBezTo>
                  <a:cubicBezTo>
                    <a:pt x="5260" y="984"/>
                    <a:pt x="5194" y="736"/>
                    <a:pt x="5048" y="518"/>
                  </a:cubicBezTo>
                  <a:cubicBezTo>
                    <a:pt x="4818" y="184"/>
                    <a:pt x="4441" y="0"/>
                    <a:pt x="4058" y="0"/>
                  </a:cubicBezTo>
                  <a:close/>
                </a:path>
              </a:pathLst>
            </a:custGeom>
            <a:solidFill>
              <a:srgbClr val="F7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698;p74">
              <a:extLst>
                <a:ext uri="{FF2B5EF4-FFF2-40B4-BE49-F238E27FC236}">
                  <a16:creationId xmlns:a16="http://schemas.microsoft.com/office/drawing/2014/main" id="{13595C04-2CE8-7529-4C35-DE342BDFF15B}"/>
                </a:ext>
              </a:extLst>
            </p:cNvPr>
            <p:cNvSpPr/>
            <p:nvPr/>
          </p:nvSpPr>
          <p:spPr>
            <a:xfrm>
              <a:off x="7700613" y="2631450"/>
              <a:ext cx="107025" cy="206750"/>
            </a:xfrm>
            <a:custGeom>
              <a:avLst/>
              <a:gdLst/>
              <a:ahLst/>
              <a:cxnLst/>
              <a:rect l="l" t="t" r="r" b="b"/>
              <a:pathLst>
                <a:path w="4281" h="8270" extrusionOk="0">
                  <a:moveTo>
                    <a:pt x="3465" y="1"/>
                  </a:moveTo>
                  <a:cubicBezTo>
                    <a:pt x="1555" y="1"/>
                    <a:pt x="0" y="1552"/>
                    <a:pt x="0" y="3475"/>
                  </a:cubicBezTo>
                  <a:lnTo>
                    <a:pt x="0" y="5141"/>
                  </a:lnTo>
                  <a:lnTo>
                    <a:pt x="1369" y="6421"/>
                  </a:lnTo>
                  <a:lnTo>
                    <a:pt x="1369" y="7285"/>
                  </a:lnTo>
                  <a:cubicBezTo>
                    <a:pt x="1369" y="7795"/>
                    <a:pt x="1781" y="8247"/>
                    <a:pt x="2300" y="8269"/>
                  </a:cubicBezTo>
                  <a:cubicBezTo>
                    <a:pt x="2308" y="8269"/>
                    <a:pt x="2317" y="8269"/>
                    <a:pt x="2325" y="8269"/>
                  </a:cubicBezTo>
                  <a:cubicBezTo>
                    <a:pt x="2502" y="8269"/>
                    <a:pt x="2674" y="8225"/>
                    <a:pt x="2818" y="8141"/>
                  </a:cubicBezTo>
                  <a:cubicBezTo>
                    <a:pt x="2964" y="8225"/>
                    <a:pt x="3124" y="8269"/>
                    <a:pt x="3301" y="8269"/>
                  </a:cubicBezTo>
                  <a:cubicBezTo>
                    <a:pt x="3478" y="8269"/>
                    <a:pt x="3642" y="8220"/>
                    <a:pt x="3780" y="8141"/>
                  </a:cubicBezTo>
                  <a:lnTo>
                    <a:pt x="4280" y="3944"/>
                  </a:lnTo>
                  <a:lnTo>
                    <a:pt x="3780" y="1"/>
                  </a:lnTo>
                  <a:close/>
                </a:path>
              </a:pathLst>
            </a:custGeom>
            <a:solidFill>
              <a:srgbClr val="F7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699;p74">
              <a:extLst>
                <a:ext uri="{FF2B5EF4-FFF2-40B4-BE49-F238E27FC236}">
                  <a16:creationId xmlns:a16="http://schemas.microsoft.com/office/drawing/2014/main" id="{86F682C7-25B2-F1DF-8805-F743DC782944}"/>
                </a:ext>
              </a:extLst>
            </p:cNvPr>
            <p:cNvSpPr/>
            <p:nvPr/>
          </p:nvSpPr>
          <p:spPr>
            <a:xfrm>
              <a:off x="7795863" y="2632025"/>
              <a:ext cx="94750" cy="206725"/>
            </a:xfrm>
            <a:custGeom>
              <a:avLst/>
              <a:gdLst/>
              <a:ahLst/>
              <a:cxnLst/>
              <a:rect l="l" t="t" r="r" b="b"/>
              <a:pathLst>
                <a:path w="3790" h="8269" extrusionOk="0">
                  <a:moveTo>
                    <a:pt x="1" y="0"/>
                  </a:moveTo>
                  <a:lnTo>
                    <a:pt x="1" y="8144"/>
                  </a:lnTo>
                  <a:cubicBezTo>
                    <a:pt x="143" y="8224"/>
                    <a:pt x="307" y="8268"/>
                    <a:pt x="484" y="8268"/>
                  </a:cubicBezTo>
                  <a:cubicBezTo>
                    <a:pt x="661" y="8268"/>
                    <a:pt x="825" y="8219"/>
                    <a:pt x="962" y="8144"/>
                  </a:cubicBezTo>
                  <a:cubicBezTo>
                    <a:pt x="1109" y="8224"/>
                    <a:pt x="1268" y="8268"/>
                    <a:pt x="1445" y="8268"/>
                  </a:cubicBezTo>
                  <a:cubicBezTo>
                    <a:pt x="1977" y="8268"/>
                    <a:pt x="2416" y="7838"/>
                    <a:pt x="2416" y="7302"/>
                  </a:cubicBezTo>
                  <a:lnTo>
                    <a:pt x="2416" y="6372"/>
                  </a:lnTo>
                  <a:lnTo>
                    <a:pt x="3789" y="5140"/>
                  </a:lnTo>
                  <a:lnTo>
                    <a:pt x="3789" y="3474"/>
                  </a:lnTo>
                  <a:cubicBezTo>
                    <a:pt x="3789" y="1555"/>
                    <a:pt x="2238" y="0"/>
                    <a:pt x="315" y="0"/>
                  </a:cubicBezTo>
                  <a:close/>
                </a:path>
              </a:pathLst>
            </a:custGeom>
            <a:solidFill>
              <a:srgbClr val="9EAD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" name="Google Shape;2700;p74">
              <a:extLst>
                <a:ext uri="{FF2B5EF4-FFF2-40B4-BE49-F238E27FC236}">
                  <a16:creationId xmlns:a16="http://schemas.microsoft.com/office/drawing/2014/main" id="{031B2B3D-688C-ED5F-6E54-F39A9D387996}"/>
                </a:ext>
              </a:extLst>
            </p:cNvPr>
            <p:cNvSpPr/>
            <p:nvPr/>
          </p:nvSpPr>
          <p:spPr>
            <a:xfrm>
              <a:off x="7737163" y="2701900"/>
              <a:ext cx="39575" cy="39700"/>
            </a:xfrm>
            <a:custGeom>
              <a:avLst/>
              <a:gdLst/>
              <a:ahLst/>
              <a:cxnLst/>
              <a:rect l="l" t="t" r="r" b="b"/>
              <a:pathLst>
                <a:path w="1583" h="1588" extrusionOk="0">
                  <a:moveTo>
                    <a:pt x="794" y="1"/>
                  </a:moveTo>
                  <a:cubicBezTo>
                    <a:pt x="355" y="1"/>
                    <a:pt x="0" y="355"/>
                    <a:pt x="0" y="794"/>
                  </a:cubicBezTo>
                  <a:cubicBezTo>
                    <a:pt x="0" y="1233"/>
                    <a:pt x="355" y="1587"/>
                    <a:pt x="794" y="1587"/>
                  </a:cubicBezTo>
                  <a:cubicBezTo>
                    <a:pt x="1228" y="1587"/>
                    <a:pt x="1582" y="1233"/>
                    <a:pt x="1582" y="794"/>
                  </a:cubicBezTo>
                  <a:cubicBezTo>
                    <a:pt x="1582" y="355"/>
                    <a:pt x="1228" y="1"/>
                    <a:pt x="794" y="1"/>
                  </a:cubicBezTo>
                  <a:close/>
                </a:path>
              </a:pathLst>
            </a:custGeom>
            <a:solidFill>
              <a:srgbClr val="9EAD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701;p74">
              <a:extLst>
                <a:ext uri="{FF2B5EF4-FFF2-40B4-BE49-F238E27FC236}">
                  <a16:creationId xmlns:a16="http://schemas.microsoft.com/office/drawing/2014/main" id="{586CA2A0-7D0C-1C91-7639-40AA95E70481}"/>
                </a:ext>
              </a:extLst>
            </p:cNvPr>
            <p:cNvSpPr/>
            <p:nvPr/>
          </p:nvSpPr>
          <p:spPr>
            <a:xfrm>
              <a:off x="7813263" y="2701900"/>
              <a:ext cx="39675" cy="39700"/>
            </a:xfrm>
            <a:custGeom>
              <a:avLst/>
              <a:gdLst/>
              <a:ahLst/>
              <a:cxnLst/>
              <a:rect l="l" t="t" r="r" b="b"/>
              <a:pathLst>
                <a:path w="1587" h="1588" extrusionOk="0">
                  <a:moveTo>
                    <a:pt x="794" y="1"/>
                  </a:moveTo>
                  <a:cubicBezTo>
                    <a:pt x="355" y="1"/>
                    <a:pt x="0" y="355"/>
                    <a:pt x="0" y="794"/>
                  </a:cubicBezTo>
                  <a:cubicBezTo>
                    <a:pt x="0" y="1233"/>
                    <a:pt x="355" y="1587"/>
                    <a:pt x="794" y="1587"/>
                  </a:cubicBezTo>
                  <a:cubicBezTo>
                    <a:pt x="1232" y="1587"/>
                    <a:pt x="1587" y="1233"/>
                    <a:pt x="1587" y="794"/>
                  </a:cubicBezTo>
                  <a:cubicBezTo>
                    <a:pt x="1587" y="355"/>
                    <a:pt x="1232" y="1"/>
                    <a:pt x="794" y="1"/>
                  </a:cubicBezTo>
                  <a:close/>
                </a:path>
              </a:pathLst>
            </a:custGeom>
            <a:solidFill>
              <a:srgbClr val="F7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702;p74">
              <a:extLst>
                <a:ext uri="{FF2B5EF4-FFF2-40B4-BE49-F238E27FC236}">
                  <a16:creationId xmlns:a16="http://schemas.microsoft.com/office/drawing/2014/main" id="{F1F3576E-B815-D9F0-39A8-1F611A415D52}"/>
                </a:ext>
              </a:extLst>
            </p:cNvPr>
            <p:cNvSpPr/>
            <p:nvPr/>
          </p:nvSpPr>
          <p:spPr>
            <a:xfrm>
              <a:off x="7768388" y="2751550"/>
              <a:ext cx="33700" cy="48650"/>
            </a:xfrm>
            <a:custGeom>
              <a:avLst/>
              <a:gdLst/>
              <a:ahLst/>
              <a:cxnLst/>
              <a:rect l="l" t="t" r="r" b="b"/>
              <a:pathLst>
                <a:path w="1348" h="1946" extrusionOk="0">
                  <a:moveTo>
                    <a:pt x="1100" y="0"/>
                  </a:moveTo>
                  <a:lnTo>
                    <a:pt x="1" y="1502"/>
                  </a:lnTo>
                  <a:lnTo>
                    <a:pt x="608" y="1945"/>
                  </a:lnTo>
                  <a:lnTo>
                    <a:pt x="1100" y="1267"/>
                  </a:lnTo>
                  <a:lnTo>
                    <a:pt x="1348" y="762"/>
                  </a:lnTo>
                  <a:lnTo>
                    <a:pt x="1100" y="0"/>
                  </a:lnTo>
                  <a:close/>
                </a:path>
              </a:pathLst>
            </a:custGeom>
            <a:solidFill>
              <a:srgbClr val="9EAD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703;p74">
              <a:extLst>
                <a:ext uri="{FF2B5EF4-FFF2-40B4-BE49-F238E27FC236}">
                  <a16:creationId xmlns:a16="http://schemas.microsoft.com/office/drawing/2014/main" id="{47D20570-AA82-AC14-F644-90A3476ECD47}"/>
                </a:ext>
              </a:extLst>
            </p:cNvPr>
            <p:cNvSpPr/>
            <p:nvPr/>
          </p:nvSpPr>
          <p:spPr>
            <a:xfrm>
              <a:off x="7795863" y="2751550"/>
              <a:ext cx="27400" cy="48650"/>
            </a:xfrm>
            <a:custGeom>
              <a:avLst/>
              <a:gdLst/>
              <a:ahLst/>
              <a:cxnLst/>
              <a:rect l="l" t="t" r="r" b="b"/>
              <a:pathLst>
                <a:path w="1096" h="1946" extrusionOk="0">
                  <a:moveTo>
                    <a:pt x="1" y="0"/>
                  </a:moveTo>
                  <a:lnTo>
                    <a:pt x="1" y="1267"/>
                  </a:lnTo>
                  <a:lnTo>
                    <a:pt x="493" y="1945"/>
                  </a:lnTo>
                  <a:lnTo>
                    <a:pt x="1095" y="15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7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" name="Google Shape;2693;p74">
            <a:extLst>
              <a:ext uri="{FF2B5EF4-FFF2-40B4-BE49-F238E27FC236}">
                <a16:creationId xmlns:a16="http://schemas.microsoft.com/office/drawing/2014/main" id="{88F6619D-9252-2E8D-C20B-92BB3487577B}"/>
              </a:ext>
            </a:extLst>
          </p:cNvPr>
          <p:cNvGrpSpPr/>
          <p:nvPr/>
        </p:nvGrpSpPr>
        <p:grpSpPr>
          <a:xfrm>
            <a:off x="6935478" y="3128358"/>
            <a:ext cx="305850" cy="319325"/>
            <a:chOff x="7643013" y="2631450"/>
            <a:chExt cx="305850" cy="319325"/>
          </a:xfrm>
        </p:grpSpPr>
        <p:sp>
          <p:nvSpPr>
            <p:cNvPr id="73" name="Google Shape;2694;p74">
              <a:extLst>
                <a:ext uri="{FF2B5EF4-FFF2-40B4-BE49-F238E27FC236}">
                  <a16:creationId xmlns:a16="http://schemas.microsoft.com/office/drawing/2014/main" id="{C672261C-D614-FEC7-0A4F-AEB592ADABA7}"/>
                </a:ext>
              </a:extLst>
            </p:cNvPr>
            <p:cNvSpPr/>
            <p:nvPr/>
          </p:nvSpPr>
          <p:spPr>
            <a:xfrm>
              <a:off x="7643013" y="2726600"/>
              <a:ext cx="152875" cy="135525"/>
            </a:xfrm>
            <a:custGeom>
              <a:avLst/>
              <a:gdLst/>
              <a:ahLst/>
              <a:cxnLst/>
              <a:rect l="l" t="t" r="r" b="b"/>
              <a:pathLst>
                <a:path w="6115" h="5421" extrusionOk="0">
                  <a:moveTo>
                    <a:pt x="2051" y="0"/>
                  </a:moveTo>
                  <a:cubicBezTo>
                    <a:pt x="1669" y="0"/>
                    <a:pt x="1294" y="183"/>
                    <a:pt x="1068" y="519"/>
                  </a:cubicBezTo>
                  <a:cubicBezTo>
                    <a:pt x="917" y="741"/>
                    <a:pt x="851" y="989"/>
                    <a:pt x="864" y="1237"/>
                  </a:cubicBezTo>
                  <a:cubicBezTo>
                    <a:pt x="660" y="1330"/>
                    <a:pt x="474" y="1485"/>
                    <a:pt x="341" y="1694"/>
                  </a:cubicBezTo>
                  <a:cubicBezTo>
                    <a:pt x="0" y="2252"/>
                    <a:pt x="173" y="2983"/>
                    <a:pt x="731" y="3333"/>
                  </a:cubicBezTo>
                  <a:cubicBezTo>
                    <a:pt x="926" y="3454"/>
                    <a:pt x="1142" y="3512"/>
                    <a:pt x="1357" y="3512"/>
                  </a:cubicBezTo>
                  <a:cubicBezTo>
                    <a:pt x="1714" y="3512"/>
                    <a:pt x="2064" y="3352"/>
                    <a:pt x="2291" y="3058"/>
                  </a:cubicBezTo>
                  <a:lnTo>
                    <a:pt x="6115" y="5420"/>
                  </a:lnTo>
                  <a:lnTo>
                    <a:pt x="6115" y="3555"/>
                  </a:lnTo>
                  <a:lnTo>
                    <a:pt x="3128" y="1703"/>
                  </a:lnTo>
                  <a:cubicBezTo>
                    <a:pt x="3390" y="1149"/>
                    <a:pt x="3190" y="471"/>
                    <a:pt x="2641" y="156"/>
                  </a:cubicBezTo>
                  <a:cubicBezTo>
                    <a:pt x="2456" y="51"/>
                    <a:pt x="2253" y="0"/>
                    <a:pt x="2051" y="0"/>
                  </a:cubicBezTo>
                  <a:close/>
                </a:path>
              </a:pathLst>
            </a:custGeom>
            <a:solidFill>
              <a:srgbClr val="8395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2695;p74">
              <a:extLst>
                <a:ext uri="{FF2B5EF4-FFF2-40B4-BE49-F238E27FC236}">
                  <a16:creationId xmlns:a16="http://schemas.microsoft.com/office/drawing/2014/main" id="{A03DA1F6-B5B0-1679-73B9-1ED5ECDDD577}"/>
                </a:ext>
              </a:extLst>
            </p:cNvPr>
            <p:cNvSpPr/>
            <p:nvPr/>
          </p:nvSpPr>
          <p:spPr>
            <a:xfrm>
              <a:off x="7795988" y="2815225"/>
              <a:ext cx="152875" cy="135425"/>
            </a:xfrm>
            <a:custGeom>
              <a:avLst/>
              <a:gdLst/>
              <a:ahLst/>
              <a:cxnLst/>
              <a:rect l="l" t="t" r="r" b="b"/>
              <a:pathLst>
                <a:path w="6115" h="5417" extrusionOk="0">
                  <a:moveTo>
                    <a:pt x="0" y="1"/>
                  </a:moveTo>
                  <a:lnTo>
                    <a:pt x="0" y="1866"/>
                  </a:lnTo>
                  <a:lnTo>
                    <a:pt x="2987" y="3718"/>
                  </a:lnTo>
                  <a:cubicBezTo>
                    <a:pt x="2725" y="4272"/>
                    <a:pt x="2925" y="4946"/>
                    <a:pt x="3474" y="5260"/>
                  </a:cubicBezTo>
                  <a:cubicBezTo>
                    <a:pt x="3659" y="5366"/>
                    <a:pt x="3862" y="5416"/>
                    <a:pt x="4064" y="5416"/>
                  </a:cubicBezTo>
                  <a:cubicBezTo>
                    <a:pt x="4446" y="5416"/>
                    <a:pt x="4821" y="5234"/>
                    <a:pt x="5047" y="4897"/>
                  </a:cubicBezTo>
                  <a:cubicBezTo>
                    <a:pt x="5193" y="4676"/>
                    <a:pt x="5260" y="4427"/>
                    <a:pt x="5251" y="4184"/>
                  </a:cubicBezTo>
                  <a:cubicBezTo>
                    <a:pt x="5455" y="4086"/>
                    <a:pt x="5636" y="3931"/>
                    <a:pt x="5769" y="3723"/>
                  </a:cubicBezTo>
                  <a:cubicBezTo>
                    <a:pt x="6115" y="3169"/>
                    <a:pt x="5942" y="2438"/>
                    <a:pt x="5384" y="2088"/>
                  </a:cubicBezTo>
                  <a:cubicBezTo>
                    <a:pt x="5190" y="1968"/>
                    <a:pt x="4973" y="1911"/>
                    <a:pt x="4759" y="1911"/>
                  </a:cubicBezTo>
                  <a:cubicBezTo>
                    <a:pt x="4402" y="1911"/>
                    <a:pt x="4051" y="2071"/>
                    <a:pt x="3824" y="236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8395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2696;p74">
              <a:extLst>
                <a:ext uri="{FF2B5EF4-FFF2-40B4-BE49-F238E27FC236}">
                  <a16:creationId xmlns:a16="http://schemas.microsoft.com/office/drawing/2014/main" id="{DDDF273C-98D4-D37B-5F8A-3A3E1D74B1D6}"/>
                </a:ext>
              </a:extLst>
            </p:cNvPr>
            <p:cNvSpPr/>
            <p:nvPr/>
          </p:nvSpPr>
          <p:spPr>
            <a:xfrm>
              <a:off x="7643013" y="2815350"/>
              <a:ext cx="165300" cy="135425"/>
            </a:xfrm>
            <a:custGeom>
              <a:avLst/>
              <a:gdLst/>
              <a:ahLst/>
              <a:cxnLst/>
              <a:rect l="l" t="t" r="r" b="b"/>
              <a:pathLst>
                <a:path w="6612" h="5417" extrusionOk="0">
                  <a:moveTo>
                    <a:pt x="6115" y="0"/>
                  </a:moveTo>
                  <a:lnTo>
                    <a:pt x="2291" y="2362"/>
                  </a:lnTo>
                  <a:cubicBezTo>
                    <a:pt x="2061" y="2066"/>
                    <a:pt x="1711" y="1906"/>
                    <a:pt x="1355" y="1906"/>
                  </a:cubicBezTo>
                  <a:cubicBezTo>
                    <a:pt x="1141" y="1906"/>
                    <a:pt x="925" y="1963"/>
                    <a:pt x="731" y="2083"/>
                  </a:cubicBezTo>
                  <a:cubicBezTo>
                    <a:pt x="173" y="2428"/>
                    <a:pt x="0" y="3164"/>
                    <a:pt x="341" y="3722"/>
                  </a:cubicBezTo>
                  <a:cubicBezTo>
                    <a:pt x="470" y="3935"/>
                    <a:pt x="651" y="4081"/>
                    <a:pt x="864" y="4183"/>
                  </a:cubicBezTo>
                  <a:cubicBezTo>
                    <a:pt x="860" y="4409"/>
                    <a:pt x="913" y="4644"/>
                    <a:pt x="1041" y="4852"/>
                  </a:cubicBezTo>
                  <a:cubicBezTo>
                    <a:pt x="1264" y="5217"/>
                    <a:pt x="1657" y="5417"/>
                    <a:pt x="2058" y="5417"/>
                  </a:cubicBezTo>
                  <a:cubicBezTo>
                    <a:pt x="2271" y="5417"/>
                    <a:pt x="2487" y="5360"/>
                    <a:pt x="2681" y="5242"/>
                  </a:cubicBezTo>
                  <a:cubicBezTo>
                    <a:pt x="3199" y="4919"/>
                    <a:pt x="3390" y="4258"/>
                    <a:pt x="3128" y="3718"/>
                  </a:cubicBezTo>
                  <a:lnTo>
                    <a:pt x="6115" y="1866"/>
                  </a:lnTo>
                  <a:lnTo>
                    <a:pt x="6611" y="993"/>
                  </a:lnTo>
                  <a:lnTo>
                    <a:pt x="6115" y="0"/>
                  </a:lnTo>
                  <a:close/>
                </a:path>
              </a:pathLst>
            </a:custGeom>
            <a:solidFill>
              <a:srgbClr val="9EAD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2697;p74">
              <a:extLst>
                <a:ext uri="{FF2B5EF4-FFF2-40B4-BE49-F238E27FC236}">
                  <a16:creationId xmlns:a16="http://schemas.microsoft.com/office/drawing/2014/main" id="{247F9AF2-2B12-C004-FD3D-AF23D485392F}"/>
                </a:ext>
              </a:extLst>
            </p:cNvPr>
            <p:cNvSpPr/>
            <p:nvPr/>
          </p:nvSpPr>
          <p:spPr>
            <a:xfrm>
              <a:off x="7795863" y="2726625"/>
              <a:ext cx="153000" cy="135375"/>
            </a:xfrm>
            <a:custGeom>
              <a:avLst/>
              <a:gdLst/>
              <a:ahLst/>
              <a:cxnLst/>
              <a:rect l="l" t="t" r="r" b="b"/>
              <a:pathLst>
                <a:path w="6120" h="5415" extrusionOk="0">
                  <a:moveTo>
                    <a:pt x="4058" y="0"/>
                  </a:moveTo>
                  <a:cubicBezTo>
                    <a:pt x="3858" y="0"/>
                    <a:pt x="3657" y="50"/>
                    <a:pt x="3475" y="155"/>
                  </a:cubicBezTo>
                  <a:cubicBezTo>
                    <a:pt x="2925" y="470"/>
                    <a:pt x="2726" y="1148"/>
                    <a:pt x="2987" y="1702"/>
                  </a:cubicBezTo>
                  <a:lnTo>
                    <a:pt x="1" y="3549"/>
                  </a:lnTo>
                  <a:lnTo>
                    <a:pt x="1" y="5415"/>
                  </a:lnTo>
                  <a:lnTo>
                    <a:pt x="3820" y="3053"/>
                  </a:lnTo>
                  <a:cubicBezTo>
                    <a:pt x="4053" y="3347"/>
                    <a:pt x="4401" y="3507"/>
                    <a:pt x="4758" y="3507"/>
                  </a:cubicBezTo>
                  <a:cubicBezTo>
                    <a:pt x="4972" y="3507"/>
                    <a:pt x="5188" y="3449"/>
                    <a:pt x="5384" y="3328"/>
                  </a:cubicBezTo>
                  <a:cubicBezTo>
                    <a:pt x="5947" y="2978"/>
                    <a:pt x="6120" y="2247"/>
                    <a:pt x="5770" y="1688"/>
                  </a:cubicBezTo>
                  <a:cubicBezTo>
                    <a:pt x="5646" y="1480"/>
                    <a:pt x="5460" y="1329"/>
                    <a:pt x="5252" y="1227"/>
                  </a:cubicBezTo>
                  <a:cubicBezTo>
                    <a:pt x="5260" y="984"/>
                    <a:pt x="5194" y="736"/>
                    <a:pt x="5048" y="518"/>
                  </a:cubicBezTo>
                  <a:cubicBezTo>
                    <a:pt x="4818" y="184"/>
                    <a:pt x="4441" y="0"/>
                    <a:pt x="4058" y="0"/>
                  </a:cubicBezTo>
                  <a:close/>
                </a:path>
              </a:pathLst>
            </a:custGeom>
            <a:solidFill>
              <a:srgbClr val="F7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2698;p74">
              <a:extLst>
                <a:ext uri="{FF2B5EF4-FFF2-40B4-BE49-F238E27FC236}">
                  <a16:creationId xmlns:a16="http://schemas.microsoft.com/office/drawing/2014/main" id="{E1FE526E-A187-E9A0-88B7-B5F0906FAB68}"/>
                </a:ext>
              </a:extLst>
            </p:cNvPr>
            <p:cNvSpPr/>
            <p:nvPr/>
          </p:nvSpPr>
          <p:spPr>
            <a:xfrm>
              <a:off x="7700613" y="2631450"/>
              <a:ext cx="107025" cy="206750"/>
            </a:xfrm>
            <a:custGeom>
              <a:avLst/>
              <a:gdLst/>
              <a:ahLst/>
              <a:cxnLst/>
              <a:rect l="l" t="t" r="r" b="b"/>
              <a:pathLst>
                <a:path w="4281" h="8270" extrusionOk="0">
                  <a:moveTo>
                    <a:pt x="3465" y="1"/>
                  </a:moveTo>
                  <a:cubicBezTo>
                    <a:pt x="1555" y="1"/>
                    <a:pt x="0" y="1552"/>
                    <a:pt x="0" y="3475"/>
                  </a:cubicBezTo>
                  <a:lnTo>
                    <a:pt x="0" y="5141"/>
                  </a:lnTo>
                  <a:lnTo>
                    <a:pt x="1369" y="6421"/>
                  </a:lnTo>
                  <a:lnTo>
                    <a:pt x="1369" y="7285"/>
                  </a:lnTo>
                  <a:cubicBezTo>
                    <a:pt x="1369" y="7795"/>
                    <a:pt x="1781" y="8247"/>
                    <a:pt x="2300" y="8269"/>
                  </a:cubicBezTo>
                  <a:cubicBezTo>
                    <a:pt x="2308" y="8269"/>
                    <a:pt x="2317" y="8269"/>
                    <a:pt x="2325" y="8269"/>
                  </a:cubicBezTo>
                  <a:cubicBezTo>
                    <a:pt x="2502" y="8269"/>
                    <a:pt x="2674" y="8225"/>
                    <a:pt x="2818" y="8141"/>
                  </a:cubicBezTo>
                  <a:cubicBezTo>
                    <a:pt x="2964" y="8225"/>
                    <a:pt x="3124" y="8269"/>
                    <a:pt x="3301" y="8269"/>
                  </a:cubicBezTo>
                  <a:cubicBezTo>
                    <a:pt x="3478" y="8269"/>
                    <a:pt x="3642" y="8220"/>
                    <a:pt x="3780" y="8141"/>
                  </a:cubicBezTo>
                  <a:lnTo>
                    <a:pt x="4280" y="3944"/>
                  </a:lnTo>
                  <a:lnTo>
                    <a:pt x="3780" y="1"/>
                  </a:lnTo>
                  <a:close/>
                </a:path>
              </a:pathLst>
            </a:custGeom>
            <a:solidFill>
              <a:srgbClr val="F7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2699;p74">
              <a:extLst>
                <a:ext uri="{FF2B5EF4-FFF2-40B4-BE49-F238E27FC236}">
                  <a16:creationId xmlns:a16="http://schemas.microsoft.com/office/drawing/2014/main" id="{28F96C7A-04C7-38D1-CF9A-74C4692C9999}"/>
                </a:ext>
              </a:extLst>
            </p:cNvPr>
            <p:cNvSpPr/>
            <p:nvPr/>
          </p:nvSpPr>
          <p:spPr>
            <a:xfrm>
              <a:off x="7795863" y="2632025"/>
              <a:ext cx="94750" cy="206725"/>
            </a:xfrm>
            <a:custGeom>
              <a:avLst/>
              <a:gdLst/>
              <a:ahLst/>
              <a:cxnLst/>
              <a:rect l="l" t="t" r="r" b="b"/>
              <a:pathLst>
                <a:path w="3790" h="8269" extrusionOk="0">
                  <a:moveTo>
                    <a:pt x="1" y="0"/>
                  </a:moveTo>
                  <a:lnTo>
                    <a:pt x="1" y="8144"/>
                  </a:lnTo>
                  <a:cubicBezTo>
                    <a:pt x="143" y="8224"/>
                    <a:pt x="307" y="8268"/>
                    <a:pt x="484" y="8268"/>
                  </a:cubicBezTo>
                  <a:cubicBezTo>
                    <a:pt x="661" y="8268"/>
                    <a:pt x="825" y="8219"/>
                    <a:pt x="962" y="8144"/>
                  </a:cubicBezTo>
                  <a:cubicBezTo>
                    <a:pt x="1109" y="8224"/>
                    <a:pt x="1268" y="8268"/>
                    <a:pt x="1445" y="8268"/>
                  </a:cubicBezTo>
                  <a:cubicBezTo>
                    <a:pt x="1977" y="8268"/>
                    <a:pt x="2416" y="7838"/>
                    <a:pt x="2416" y="7302"/>
                  </a:cubicBezTo>
                  <a:lnTo>
                    <a:pt x="2416" y="6372"/>
                  </a:lnTo>
                  <a:lnTo>
                    <a:pt x="3789" y="5140"/>
                  </a:lnTo>
                  <a:lnTo>
                    <a:pt x="3789" y="3474"/>
                  </a:lnTo>
                  <a:cubicBezTo>
                    <a:pt x="3789" y="1555"/>
                    <a:pt x="2238" y="0"/>
                    <a:pt x="315" y="0"/>
                  </a:cubicBezTo>
                  <a:close/>
                </a:path>
              </a:pathLst>
            </a:custGeom>
            <a:solidFill>
              <a:srgbClr val="9EAD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" name="Google Shape;2700;p74">
              <a:extLst>
                <a:ext uri="{FF2B5EF4-FFF2-40B4-BE49-F238E27FC236}">
                  <a16:creationId xmlns:a16="http://schemas.microsoft.com/office/drawing/2014/main" id="{8473EB91-C092-9F7B-E938-5B96A9F0F3E6}"/>
                </a:ext>
              </a:extLst>
            </p:cNvPr>
            <p:cNvSpPr/>
            <p:nvPr/>
          </p:nvSpPr>
          <p:spPr>
            <a:xfrm>
              <a:off x="7737163" y="2701900"/>
              <a:ext cx="39575" cy="39700"/>
            </a:xfrm>
            <a:custGeom>
              <a:avLst/>
              <a:gdLst/>
              <a:ahLst/>
              <a:cxnLst/>
              <a:rect l="l" t="t" r="r" b="b"/>
              <a:pathLst>
                <a:path w="1583" h="1588" extrusionOk="0">
                  <a:moveTo>
                    <a:pt x="794" y="1"/>
                  </a:moveTo>
                  <a:cubicBezTo>
                    <a:pt x="355" y="1"/>
                    <a:pt x="0" y="355"/>
                    <a:pt x="0" y="794"/>
                  </a:cubicBezTo>
                  <a:cubicBezTo>
                    <a:pt x="0" y="1233"/>
                    <a:pt x="355" y="1587"/>
                    <a:pt x="794" y="1587"/>
                  </a:cubicBezTo>
                  <a:cubicBezTo>
                    <a:pt x="1228" y="1587"/>
                    <a:pt x="1582" y="1233"/>
                    <a:pt x="1582" y="794"/>
                  </a:cubicBezTo>
                  <a:cubicBezTo>
                    <a:pt x="1582" y="355"/>
                    <a:pt x="1228" y="1"/>
                    <a:pt x="794" y="1"/>
                  </a:cubicBezTo>
                  <a:close/>
                </a:path>
              </a:pathLst>
            </a:custGeom>
            <a:solidFill>
              <a:srgbClr val="9EAD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2701;p74">
              <a:extLst>
                <a:ext uri="{FF2B5EF4-FFF2-40B4-BE49-F238E27FC236}">
                  <a16:creationId xmlns:a16="http://schemas.microsoft.com/office/drawing/2014/main" id="{56F33141-22E8-807E-E87B-F37D0A4EE290}"/>
                </a:ext>
              </a:extLst>
            </p:cNvPr>
            <p:cNvSpPr/>
            <p:nvPr/>
          </p:nvSpPr>
          <p:spPr>
            <a:xfrm>
              <a:off x="7813263" y="2701900"/>
              <a:ext cx="39675" cy="39700"/>
            </a:xfrm>
            <a:custGeom>
              <a:avLst/>
              <a:gdLst/>
              <a:ahLst/>
              <a:cxnLst/>
              <a:rect l="l" t="t" r="r" b="b"/>
              <a:pathLst>
                <a:path w="1587" h="1588" extrusionOk="0">
                  <a:moveTo>
                    <a:pt x="794" y="1"/>
                  </a:moveTo>
                  <a:cubicBezTo>
                    <a:pt x="355" y="1"/>
                    <a:pt x="0" y="355"/>
                    <a:pt x="0" y="794"/>
                  </a:cubicBezTo>
                  <a:cubicBezTo>
                    <a:pt x="0" y="1233"/>
                    <a:pt x="355" y="1587"/>
                    <a:pt x="794" y="1587"/>
                  </a:cubicBezTo>
                  <a:cubicBezTo>
                    <a:pt x="1232" y="1587"/>
                    <a:pt x="1587" y="1233"/>
                    <a:pt x="1587" y="794"/>
                  </a:cubicBezTo>
                  <a:cubicBezTo>
                    <a:pt x="1587" y="355"/>
                    <a:pt x="1232" y="1"/>
                    <a:pt x="794" y="1"/>
                  </a:cubicBezTo>
                  <a:close/>
                </a:path>
              </a:pathLst>
            </a:custGeom>
            <a:solidFill>
              <a:srgbClr val="F7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2702;p74">
              <a:extLst>
                <a:ext uri="{FF2B5EF4-FFF2-40B4-BE49-F238E27FC236}">
                  <a16:creationId xmlns:a16="http://schemas.microsoft.com/office/drawing/2014/main" id="{D0FB6B8A-DBEF-8973-E6D4-F8CEFBDE311B}"/>
                </a:ext>
              </a:extLst>
            </p:cNvPr>
            <p:cNvSpPr/>
            <p:nvPr/>
          </p:nvSpPr>
          <p:spPr>
            <a:xfrm>
              <a:off x="7768388" y="2751550"/>
              <a:ext cx="33700" cy="48650"/>
            </a:xfrm>
            <a:custGeom>
              <a:avLst/>
              <a:gdLst/>
              <a:ahLst/>
              <a:cxnLst/>
              <a:rect l="l" t="t" r="r" b="b"/>
              <a:pathLst>
                <a:path w="1348" h="1946" extrusionOk="0">
                  <a:moveTo>
                    <a:pt x="1100" y="0"/>
                  </a:moveTo>
                  <a:lnTo>
                    <a:pt x="1" y="1502"/>
                  </a:lnTo>
                  <a:lnTo>
                    <a:pt x="608" y="1945"/>
                  </a:lnTo>
                  <a:lnTo>
                    <a:pt x="1100" y="1267"/>
                  </a:lnTo>
                  <a:lnTo>
                    <a:pt x="1348" y="762"/>
                  </a:lnTo>
                  <a:lnTo>
                    <a:pt x="1100" y="0"/>
                  </a:lnTo>
                  <a:close/>
                </a:path>
              </a:pathLst>
            </a:custGeom>
            <a:solidFill>
              <a:srgbClr val="9EAD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2703;p74">
              <a:extLst>
                <a:ext uri="{FF2B5EF4-FFF2-40B4-BE49-F238E27FC236}">
                  <a16:creationId xmlns:a16="http://schemas.microsoft.com/office/drawing/2014/main" id="{1BDE5DAB-9F98-C745-F289-7C84DC140772}"/>
                </a:ext>
              </a:extLst>
            </p:cNvPr>
            <p:cNvSpPr/>
            <p:nvPr/>
          </p:nvSpPr>
          <p:spPr>
            <a:xfrm>
              <a:off x="7795863" y="2751550"/>
              <a:ext cx="27400" cy="48650"/>
            </a:xfrm>
            <a:custGeom>
              <a:avLst/>
              <a:gdLst/>
              <a:ahLst/>
              <a:cxnLst/>
              <a:rect l="l" t="t" r="r" b="b"/>
              <a:pathLst>
                <a:path w="1096" h="1946" extrusionOk="0">
                  <a:moveTo>
                    <a:pt x="1" y="0"/>
                  </a:moveTo>
                  <a:lnTo>
                    <a:pt x="1" y="1267"/>
                  </a:lnTo>
                  <a:lnTo>
                    <a:pt x="493" y="1945"/>
                  </a:lnTo>
                  <a:lnTo>
                    <a:pt x="1095" y="1502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7F9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dist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5420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D7B28-33FF-CB5C-2931-9AB041A34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86CE79-B76C-D27F-F2AC-461627A53EC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ko-KR" altLang="en-US" dirty="0"/>
              <a:t>게임 소개</a:t>
            </a:r>
            <a:r>
              <a:rPr lang="en-US" altLang="ko-KR" dirty="0"/>
              <a:t> </a:t>
            </a:r>
            <a:r>
              <a:rPr lang="ko-KR" altLang="en-US" sz="1700" dirty="0"/>
              <a:t>게임 특징</a:t>
            </a:r>
          </a:p>
        </p:txBody>
      </p:sp>
      <p:sp>
        <p:nvSpPr>
          <p:cNvPr id="6" name="Google Shape;922;p44">
            <a:extLst>
              <a:ext uri="{FF2B5EF4-FFF2-40B4-BE49-F238E27FC236}">
                <a16:creationId xmlns:a16="http://schemas.microsoft.com/office/drawing/2014/main" id="{B6EA2DA7-B884-7251-ECE7-D09164A71B01}"/>
              </a:ext>
            </a:extLst>
          </p:cNvPr>
          <p:cNvSpPr txBox="1">
            <a:spLocks/>
          </p:cNvSpPr>
          <p:nvPr/>
        </p:nvSpPr>
        <p:spPr>
          <a:xfrm>
            <a:off x="720000" y="1285887"/>
            <a:ext cx="7704000" cy="18211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700" b="1" dirty="0">
                <a:solidFill>
                  <a:schemeClr val="tx1"/>
                </a:solidFill>
              </a:rPr>
              <a:t>장르</a:t>
            </a:r>
            <a:r>
              <a:rPr lang="ko-KR" altLang="en-US" sz="1700" dirty="0">
                <a:solidFill>
                  <a:schemeClr val="tx1"/>
                </a:solidFill>
              </a:rPr>
              <a:t> </a:t>
            </a:r>
            <a:r>
              <a:rPr lang="en-US" altLang="ko-KR" sz="1700" dirty="0">
                <a:solidFill>
                  <a:schemeClr val="tx1"/>
                </a:solidFill>
              </a:rPr>
              <a:t>		– </a:t>
            </a:r>
            <a:r>
              <a:rPr lang="en-US" altLang="ko-KR" sz="1700" dirty="0" err="1">
                <a:solidFill>
                  <a:schemeClr val="tx1"/>
                </a:solidFill>
              </a:rPr>
              <a:t>PvPvE</a:t>
            </a:r>
            <a:r>
              <a:rPr lang="en-US" altLang="ko-KR" sz="1700" dirty="0">
                <a:solidFill>
                  <a:schemeClr val="tx1"/>
                </a:solidFill>
              </a:rPr>
              <a:t> </a:t>
            </a:r>
            <a:r>
              <a:rPr lang="ko-KR" altLang="en-US" sz="1700" dirty="0" err="1">
                <a:solidFill>
                  <a:schemeClr val="tx1"/>
                </a:solidFill>
              </a:rPr>
              <a:t>익스트랙션</a:t>
            </a:r>
            <a:r>
              <a:rPr lang="ko-KR" altLang="en-US" sz="1700" dirty="0">
                <a:solidFill>
                  <a:schemeClr val="tx1"/>
                </a:solidFill>
              </a:rPr>
              <a:t> </a:t>
            </a:r>
            <a:r>
              <a:rPr lang="ko-KR" altLang="en-US" sz="1700" dirty="0" err="1">
                <a:solidFill>
                  <a:schemeClr val="tx1"/>
                </a:solidFill>
              </a:rPr>
              <a:t>슈터</a:t>
            </a:r>
            <a:endParaRPr lang="en-US" altLang="ko-KR" sz="17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700" b="1" dirty="0">
                <a:solidFill>
                  <a:schemeClr val="tx1"/>
                </a:solidFill>
              </a:rPr>
              <a:t>시점</a:t>
            </a:r>
            <a:r>
              <a:rPr lang="ko-KR" altLang="en-US" sz="1700" dirty="0">
                <a:solidFill>
                  <a:schemeClr val="tx1"/>
                </a:solidFill>
              </a:rPr>
              <a:t> </a:t>
            </a:r>
            <a:r>
              <a:rPr lang="en-US" altLang="ko-KR" sz="1700" dirty="0">
                <a:solidFill>
                  <a:schemeClr val="tx1"/>
                </a:solidFill>
              </a:rPr>
              <a:t>		– </a:t>
            </a:r>
            <a:r>
              <a:rPr lang="ko-KR" altLang="en-US" sz="1700" dirty="0" err="1">
                <a:solidFill>
                  <a:schemeClr val="tx1"/>
                </a:solidFill>
              </a:rPr>
              <a:t>쿼터뷰</a:t>
            </a:r>
            <a:endParaRPr lang="en-US" altLang="ko-KR" sz="17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700" b="1" dirty="0">
                <a:solidFill>
                  <a:schemeClr val="tx1"/>
                </a:solidFill>
              </a:rPr>
              <a:t>플레이어</a:t>
            </a:r>
            <a:r>
              <a:rPr lang="ko-KR" altLang="en-US" sz="1700" dirty="0">
                <a:solidFill>
                  <a:schemeClr val="tx1"/>
                </a:solidFill>
              </a:rPr>
              <a:t> </a:t>
            </a:r>
            <a:r>
              <a:rPr lang="ko-KR" altLang="en-US" sz="1700" b="1" dirty="0">
                <a:solidFill>
                  <a:schemeClr val="tx1"/>
                </a:solidFill>
              </a:rPr>
              <a:t>수</a:t>
            </a:r>
            <a:r>
              <a:rPr lang="ko-KR" altLang="en-US" sz="1700" dirty="0">
                <a:solidFill>
                  <a:schemeClr val="tx1"/>
                </a:solidFill>
              </a:rPr>
              <a:t> </a:t>
            </a:r>
            <a:r>
              <a:rPr lang="en-US" altLang="ko-KR" sz="1700" dirty="0">
                <a:solidFill>
                  <a:schemeClr val="tx1"/>
                </a:solidFill>
              </a:rPr>
              <a:t>	– 6~8</a:t>
            </a:r>
            <a:r>
              <a:rPr lang="ko-KR" altLang="en-US" sz="1700" dirty="0">
                <a:solidFill>
                  <a:schemeClr val="tx1"/>
                </a:solidFill>
              </a:rPr>
              <a:t>인</a:t>
            </a:r>
            <a:endParaRPr lang="en-US" altLang="ko-KR" sz="17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700" b="1" dirty="0">
                <a:solidFill>
                  <a:schemeClr val="tx1"/>
                </a:solidFill>
              </a:rPr>
              <a:t>배경</a:t>
            </a:r>
            <a:r>
              <a:rPr lang="ko-KR" altLang="en-US" sz="1700" dirty="0">
                <a:solidFill>
                  <a:schemeClr val="tx1"/>
                </a:solidFill>
              </a:rPr>
              <a:t> </a:t>
            </a:r>
            <a:r>
              <a:rPr lang="en-US" altLang="ko-KR" sz="1700" dirty="0">
                <a:solidFill>
                  <a:schemeClr val="tx1"/>
                </a:solidFill>
              </a:rPr>
              <a:t>		– </a:t>
            </a:r>
            <a:r>
              <a:rPr lang="ko-KR" altLang="en-US" sz="1700" dirty="0">
                <a:solidFill>
                  <a:schemeClr val="tx1"/>
                </a:solidFill>
              </a:rPr>
              <a:t>근 미래 도시</a:t>
            </a:r>
            <a:endParaRPr lang="en-US" altLang="ko-KR" sz="1700" dirty="0">
              <a:solidFill>
                <a:schemeClr val="tx1"/>
              </a:solidFill>
            </a:endParaRP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35E80DC5-8440-2379-21A9-28DE903FEBC0}"/>
              </a:ext>
            </a:extLst>
          </p:cNvPr>
          <p:cNvCxnSpPr>
            <a:cxnSpLocks/>
          </p:cNvCxnSpPr>
          <p:nvPr/>
        </p:nvCxnSpPr>
        <p:spPr>
          <a:xfrm>
            <a:off x="969818" y="3750262"/>
            <a:ext cx="720739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타원 84">
            <a:extLst>
              <a:ext uri="{FF2B5EF4-FFF2-40B4-BE49-F238E27FC236}">
                <a16:creationId xmlns:a16="http://schemas.microsoft.com/office/drawing/2014/main" id="{A3A5C7A0-099F-3924-9109-76C492AD8009}"/>
              </a:ext>
            </a:extLst>
          </p:cNvPr>
          <p:cNvSpPr/>
          <p:nvPr/>
        </p:nvSpPr>
        <p:spPr>
          <a:xfrm>
            <a:off x="1638412" y="3691938"/>
            <a:ext cx="116647" cy="1166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타원 85">
            <a:extLst>
              <a:ext uri="{FF2B5EF4-FFF2-40B4-BE49-F238E27FC236}">
                <a16:creationId xmlns:a16="http://schemas.microsoft.com/office/drawing/2014/main" id="{CEF9623C-8B81-1D14-E4EB-9D718CA655C1}"/>
              </a:ext>
            </a:extLst>
          </p:cNvPr>
          <p:cNvSpPr/>
          <p:nvPr/>
        </p:nvSpPr>
        <p:spPr>
          <a:xfrm>
            <a:off x="3076044" y="3691938"/>
            <a:ext cx="116647" cy="1166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타원 86">
            <a:extLst>
              <a:ext uri="{FF2B5EF4-FFF2-40B4-BE49-F238E27FC236}">
                <a16:creationId xmlns:a16="http://schemas.microsoft.com/office/drawing/2014/main" id="{5F271C44-F94E-9792-E6E3-5498F64A6468}"/>
              </a:ext>
            </a:extLst>
          </p:cNvPr>
          <p:cNvSpPr/>
          <p:nvPr/>
        </p:nvSpPr>
        <p:spPr>
          <a:xfrm>
            <a:off x="4513676" y="3691938"/>
            <a:ext cx="116647" cy="1166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E8B61226-7148-F74F-496A-C29C6C6F8496}"/>
              </a:ext>
            </a:extLst>
          </p:cNvPr>
          <p:cNvSpPr/>
          <p:nvPr/>
        </p:nvSpPr>
        <p:spPr>
          <a:xfrm>
            <a:off x="7388941" y="3691938"/>
            <a:ext cx="116647" cy="1166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192E28F2-9D22-BF2D-843C-7A19F1C3D725}"/>
              </a:ext>
            </a:extLst>
          </p:cNvPr>
          <p:cNvSpPr/>
          <p:nvPr/>
        </p:nvSpPr>
        <p:spPr>
          <a:xfrm>
            <a:off x="5951308" y="3691938"/>
            <a:ext cx="116647" cy="11664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58522BD-17D2-56B1-F852-66B643275944}"/>
              </a:ext>
            </a:extLst>
          </p:cNvPr>
          <p:cNvSpPr txBox="1"/>
          <p:nvPr/>
        </p:nvSpPr>
        <p:spPr>
          <a:xfrm>
            <a:off x="1340739" y="3970173"/>
            <a:ext cx="7119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게임 실행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B7C5BC0-F3D5-DCAA-FB84-E4410A80E635}"/>
              </a:ext>
            </a:extLst>
          </p:cNvPr>
          <p:cNvSpPr txBox="1"/>
          <p:nvPr/>
        </p:nvSpPr>
        <p:spPr>
          <a:xfrm>
            <a:off x="2778371" y="3970173"/>
            <a:ext cx="7119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게임 로비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6401B4D-AFBE-EA00-CD44-8FD43A3FDC21}"/>
              </a:ext>
            </a:extLst>
          </p:cNvPr>
          <p:cNvSpPr txBox="1"/>
          <p:nvPr/>
        </p:nvSpPr>
        <p:spPr>
          <a:xfrm>
            <a:off x="4216004" y="3970173"/>
            <a:ext cx="7119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매칭</a:t>
            </a:r>
            <a:endParaRPr lang="ko-KR" altLang="en-US" sz="10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F23A998-7A6C-D94C-8A01-6E0B5CAB8B76}"/>
              </a:ext>
            </a:extLst>
          </p:cNvPr>
          <p:cNvSpPr txBox="1"/>
          <p:nvPr/>
        </p:nvSpPr>
        <p:spPr>
          <a:xfrm>
            <a:off x="5589345" y="3970173"/>
            <a:ext cx="8405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게임 플레이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1B7F821-DA4E-EFD1-4274-379FCF880196}"/>
              </a:ext>
            </a:extLst>
          </p:cNvPr>
          <p:cNvSpPr txBox="1"/>
          <p:nvPr/>
        </p:nvSpPr>
        <p:spPr>
          <a:xfrm>
            <a:off x="7026978" y="3970173"/>
            <a:ext cx="8405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게임 결과</a:t>
            </a:r>
          </a:p>
        </p:txBody>
      </p:sp>
    </p:spTree>
    <p:extLst>
      <p:ext uri="{BB962C8B-B14F-4D97-AF65-F5344CB8AC3E}">
        <p14:creationId xmlns:p14="http://schemas.microsoft.com/office/powerpoint/2010/main" val="2997506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9AE0D2-BEB3-F4D7-BEE7-A87D0E70F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  <a:r>
              <a:rPr lang="en-US" altLang="ko-KR" dirty="0"/>
              <a:t> </a:t>
            </a:r>
            <a:r>
              <a:rPr lang="ko-KR" altLang="en-US" sz="1700" dirty="0"/>
              <a:t>게임 흐름</a:t>
            </a:r>
            <a:endParaRPr lang="ko-KR" altLang="en-US" dirty="0"/>
          </a:p>
        </p:txBody>
      </p:sp>
      <p:sp>
        <p:nvSpPr>
          <p:cNvPr id="4" name="Google Shape;2080;p72">
            <a:extLst>
              <a:ext uri="{FF2B5EF4-FFF2-40B4-BE49-F238E27FC236}">
                <a16:creationId xmlns:a16="http://schemas.microsoft.com/office/drawing/2014/main" id="{01BF8BBA-6CE1-6956-80F4-D7615243F3AD}"/>
              </a:ext>
            </a:extLst>
          </p:cNvPr>
          <p:cNvSpPr txBox="1"/>
          <p:nvPr/>
        </p:nvSpPr>
        <p:spPr>
          <a:xfrm flipH="1">
            <a:off x="188074" y="1921398"/>
            <a:ext cx="972125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Barlow"/>
                <a:sym typeface="Barlow"/>
              </a:rPr>
              <a:t>게임 시작</a:t>
            </a:r>
            <a:endParaRPr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Barlow"/>
              <a:sym typeface="Barlow"/>
            </a:endParaRPr>
          </a:p>
        </p:txBody>
      </p:sp>
      <p:sp>
        <p:nvSpPr>
          <p:cNvPr id="5" name="Google Shape;2081;p72">
            <a:extLst>
              <a:ext uri="{FF2B5EF4-FFF2-40B4-BE49-F238E27FC236}">
                <a16:creationId xmlns:a16="http://schemas.microsoft.com/office/drawing/2014/main" id="{F711DC2C-E6C5-E062-B75D-998D9C9652B8}"/>
              </a:ext>
            </a:extLst>
          </p:cNvPr>
          <p:cNvSpPr txBox="1"/>
          <p:nvPr/>
        </p:nvSpPr>
        <p:spPr>
          <a:xfrm>
            <a:off x="188075" y="1519675"/>
            <a:ext cx="972125" cy="386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STEP 1</a:t>
            </a:r>
            <a:endParaRPr sz="2400" dirty="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8" name="Google Shape;2084;p72">
            <a:extLst>
              <a:ext uri="{FF2B5EF4-FFF2-40B4-BE49-F238E27FC236}">
                <a16:creationId xmlns:a16="http://schemas.microsoft.com/office/drawing/2014/main" id="{B5FEEFDD-2EF5-A6A6-D0FE-BA8EE6539AFA}"/>
              </a:ext>
            </a:extLst>
          </p:cNvPr>
          <p:cNvSpPr txBox="1"/>
          <p:nvPr/>
        </p:nvSpPr>
        <p:spPr>
          <a:xfrm flipH="1">
            <a:off x="6068725" y="1921398"/>
            <a:ext cx="18657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Barlow"/>
                <a:sym typeface="Barlow"/>
              </a:rPr>
              <a:t>전투</a:t>
            </a:r>
            <a:r>
              <a:rPr lang="en-US" altLang="ko-KR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Barlow"/>
                <a:sym typeface="Barlow"/>
              </a:rPr>
              <a:t>(</a:t>
            </a:r>
            <a:r>
              <a:rPr lang="ko-KR" altLang="en-US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Barlow"/>
                <a:sym typeface="Barlow"/>
              </a:rPr>
              <a:t>플레이어</a:t>
            </a:r>
            <a:r>
              <a:rPr lang="en-US" altLang="ko-KR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Barlow"/>
                <a:sym typeface="Barlow"/>
              </a:rPr>
              <a:t>, NPC)</a:t>
            </a:r>
            <a:endParaRPr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Barlow"/>
              <a:sym typeface="Barlow"/>
            </a:endParaRPr>
          </a:p>
        </p:txBody>
      </p:sp>
      <p:sp>
        <p:nvSpPr>
          <p:cNvPr id="9" name="Google Shape;2085;p72">
            <a:extLst>
              <a:ext uri="{FF2B5EF4-FFF2-40B4-BE49-F238E27FC236}">
                <a16:creationId xmlns:a16="http://schemas.microsoft.com/office/drawing/2014/main" id="{732D7E82-36F8-2AFC-8CEC-CA5230B37F57}"/>
              </a:ext>
            </a:extLst>
          </p:cNvPr>
          <p:cNvSpPr txBox="1"/>
          <p:nvPr/>
        </p:nvSpPr>
        <p:spPr>
          <a:xfrm>
            <a:off x="6068725" y="1519675"/>
            <a:ext cx="1865700" cy="386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STEP 4</a:t>
            </a:r>
            <a:endParaRPr sz="2400" dirty="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" name="Google Shape;2086;p72">
            <a:extLst>
              <a:ext uri="{FF2B5EF4-FFF2-40B4-BE49-F238E27FC236}">
                <a16:creationId xmlns:a16="http://schemas.microsoft.com/office/drawing/2014/main" id="{6B884CE6-F33D-2254-9B26-755B55D08A04}"/>
              </a:ext>
            </a:extLst>
          </p:cNvPr>
          <p:cNvSpPr txBox="1"/>
          <p:nvPr/>
        </p:nvSpPr>
        <p:spPr>
          <a:xfrm flipH="1">
            <a:off x="6068731" y="3937798"/>
            <a:ext cx="18657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Barlow"/>
                <a:sym typeface="Barlow"/>
              </a:rPr>
              <a:t>탈출 재료 </a:t>
            </a:r>
            <a:r>
              <a:rPr lang="ko-KR" altLang="en-US" dirty="0" err="1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Barlow"/>
                <a:sym typeface="Barlow"/>
              </a:rPr>
              <a:t>파밍</a:t>
            </a:r>
            <a:endParaRPr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Barlow"/>
              <a:sym typeface="Barlow"/>
            </a:endParaRPr>
          </a:p>
        </p:txBody>
      </p:sp>
      <p:sp>
        <p:nvSpPr>
          <p:cNvPr id="11" name="Google Shape;2087;p72">
            <a:extLst>
              <a:ext uri="{FF2B5EF4-FFF2-40B4-BE49-F238E27FC236}">
                <a16:creationId xmlns:a16="http://schemas.microsoft.com/office/drawing/2014/main" id="{FFD877D0-7F7D-9D69-CE42-AC849E3CB8D3}"/>
              </a:ext>
            </a:extLst>
          </p:cNvPr>
          <p:cNvSpPr txBox="1"/>
          <p:nvPr/>
        </p:nvSpPr>
        <p:spPr>
          <a:xfrm>
            <a:off x="6068725" y="3536098"/>
            <a:ext cx="1865700" cy="386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STEP 5</a:t>
            </a:r>
            <a:endParaRPr sz="2400" dirty="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cxnSp>
        <p:nvCxnSpPr>
          <p:cNvPr id="18" name="Google Shape;2094;p72">
            <a:extLst>
              <a:ext uri="{FF2B5EF4-FFF2-40B4-BE49-F238E27FC236}">
                <a16:creationId xmlns:a16="http://schemas.microsoft.com/office/drawing/2014/main" id="{9075D275-3546-F598-427B-4B4F6B114DF8}"/>
              </a:ext>
            </a:extLst>
          </p:cNvPr>
          <p:cNvCxnSpPr>
            <a:cxnSpLocks/>
            <a:stCxn id="9" idx="3"/>
            <a:endCxn id="11" idx="3"/>
          </p:cNvCxnSpPr>
          <p:nvPr/>
        </p:nvCxnSpPr>
        <p:spPr>
          <a:xfrm>
            <a:off x="7934425" y="1712875"/>
            <a:ext cx="12700" cy="2016423"/>
          </a:xfrm>
          <a:prstGeom prst="bentConnector3">
            <a:avLst>
              <a:gd name="adj1" fmla="val 180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3" name="Google Shape;2094;p72">
            <a:extLst>
              <a:ext uri="{FF2B5EF4-FFF2-40B4-BE49-F238E27FC236}">
                <a16:creationId xmlns:a16="http://schemas.microsoft.com/office/drawing/2014/main" id="{9999D291-888E-F102-DF46-AD254742849D}"/>
              </a:ext>
            </a:extLst>
          </p:cNvPr>
          <p:cNvCxnSpPr>
            <a:cxnSpLocks/>
          </p:cNvCxnSpPr>
          <p:nvPr/>
        </p:nvCxnSpPr>
        <p:spPr>
          <a:xfrm rot="10800000">
            <a:off x="6081425" y="1825375"/>
            <a:ext cx="6" cy="1806723"/>
          </a:xfrm>
          <a:prstGeom prst="bentConnector3">
            <a:avLst>
              <a:gd name="adj1" fmla="val 381010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8" name="Google Shape;2086;p72">
            <a:extLst>
              <a:ext uri="{FF2B5EF4-FFF2-40B4-BE49-F238E27FC236}">
                <a16:creationId xmlns:a16="http://schemas.microsoft.com/office/drawing/2014/main" id="{8A65CFB1-D43F-7F1E-64D3-E5E3D2896638}"/>
              </a:ext>
            </a:extLst>
          </p:cNvPr>
          <p:cNvSpPr txBox="1"/>
          <p:nvPr/>
        </p:nvSpPr>
        <p:spPr>
          <a:xfrm flipH="1">
            <a:off x="1710084" y="3937798"/>
            <a:ext cx="1865700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Barlow"/>
                <a:sym typeface="Barlow"/>
              </a:rPr>
              <a:t>탈출</a:t>
            </a:r>
            <a:endParaRPr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Barlow"/>
              <a:sym typeface="Barlow"/>
            </a:endParaRPr>
          </a:p>
        </p:txBody>
      </p:sp>
      <p:sp>
        <p:nvSpPr>
          <p:cNvPr id="49" name="Google Shape;2087;p72">
            <a:extLst>
              <a:ext uri="{FF2B5EF4-FFF2-40B4-BE49-F238E27FC236}">
                <a16:creationId xmlns:a16="http://schemas.microsoft.com/office/drawing/2014/main" id="{675A5F38-63E3-97C9-DF54-1EE79214FBF6}"/>
              </a:ext>
            </a:extLst>
          </p:cNvPr>
          <p:cNvSpPr txBox="1"/>
          <p:nvPr/>
        </p:nvSpPr>
        <p:spPr>
          <a:xfrm>
            <a:off x="1710078" y="3536098"/>
            <a:ext cx="1865700" cy="386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STEP 6</a:t>
            </a:r>
            <a:endParaRPr sz="2400" dirty="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cxnSp>
        <p:nvCxnSpPr>
          <p:cNvPr id="51" name="Google Shape;2093;p72">
            <a:extLst>
              <a:ext uri="{FF2B5EF4-FFF2-40B4-BE49-F238E27FC236}">
                <a16:creationId xmlns:a16="http://schemas.microsoft.com/office/drawing/2014/main" id="{60AA0EC3-1666-795E-DEA0-F7B29B38F8BC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3588478" y="3729298"/>
            <a:ext cx="2480247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4" name="Google Shape;2080;p72">
            <a:extLst>
              <a:ext uri="{FF2B5EF4-FFF2-40B4-BE49-F238E27FC236}">
                <a16:creationId xmlns:a16="http://schemas.microsoft.com/office/drawing/2014/main" id="{7268C81C-4B07-78B3-0D74-CCFC744229AC}"/>
              </a:ext>
            </a:extLst>
          </p:cNvPr>
          <p:cNvSpPr txBox="1"/>
          <p:nvPr/>
        </p:nvSpPr>
        <p:spPr>
          <a:xfrm flipH="1">
            <a:off x="2345455" y="1921398"/>
            <a:ext cx="972125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Barlow"/>
                <a:sym typeface="Barlow"/>
              </a:rPr>
              <a:t>재료 </a:t>
            </a:r>
            <a:r>
              <a:rPr lang="ko-KR" altLang="en-US" dirty="0" err="1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Barlow"/>
                <a:sym typeface="Barlow"/>
              </a:rPr>
              <a:t>파밍</a:t>
            </a:r>
            <a:endParaRPr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Barlow"/>
              <a:sym typeface="Barlow"/>
            </a:endParaRPr>
          </a:p>
        </p:txBody>
      </p:sp>
      <p:sp>
        <p:nvSpPr>
          <p:cNvPr id="75" name="Google Shape;2081;p72">
            <a:extLst>
              <a:ext uri="{FF2B5EF4-FFF2-40B4-BE49-F238E27FC236}">
                <a16:creationId xmlns:a16="http://schemas.microsoft.com/office/drawing/2014/main" id="{3AA92F40-651A-C639-772A-63491B3475A8}"/>
              </a:ext>
            </a:extLst>
          </p:cNvPr>
          <p:cNvSpPr txBox="1"/>
          <p:nvPr/>
        </p:nvSpPr>
        <p:spPr>
          <a:xfrm>
            <a:off x="2345456" y="1519675"/>
            <a:ext cx="972125" cy="386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STEP 2</a:t>
            </a:r>
            <a:endParaRPr sz="2400" dirty="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76" name="Google Shape;2080;p72">
            <a:extLst>
              <a:ext uri="{FF2B5EF4-FFF2-40B4-BE49-F238E27FC236}">
                <a16:creationId xmlns:a16="http://schemas.microsoft.com/office/drawing/2014/main" id="{6F09DFF5-DB89-708D-24AE-F6CD34C4AEF1}"/>
              </a:ext>
            </a:extLst>
          </p:cNvPr>
          <p:cNvSpPr txBox="1"/>
          <p:nvPr/>
        </p:nvSpPr>
        <p:spPr>
          <a:xfrm flipH="1">
            <a:off x="4525762" y="1921398"/>
            <a:ext cx="972125" cy="5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Barlow"/>
                <a:sym typeface="Barlow"/>
              </a:rPr>
              <a:t>장비 제작</a:t>
            </a:r>
            <a:endParaRPr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Barlow"/>
              <a:sym typeface="Barlow"/>
            </a:endParaRPr>
          </a:p>
        </p:txBody>
      </p:sp>
      <p:sp>
        <p:nvSpPr>
          <p:cNvPr id="77" name="Google Shape;2081;p72">
            <a:extLst>
              <a:ext uri="{FF2B5EF4-FFF2-40B4-BE49-F238E27FC236}">
                <a16:creationId xmlns:a16="http://schemas.microsoft.com/office/drawing/2014/main" id="{917AE1BD-2B01-A99E-68B5-C8E9265C1AF2}"/>
              </a:ext>
            </a:extLst>
          </p:cNvPr>
          <p:cNvSpPr txBox="1"/>
          <p:nvPr/>
        </p:nvSpPr>
        <p:spPr>
          <a:xfrm>
            <a:off x="4502837" y="1519675"/>
            <a:ext cx="1017976" cy="3864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Impact"/>
                <a:ea typeface="Impact"/>
                <a:cs typeface="Impact"/>
                <a:sym typeface="Impact"/>
              </a:rPr>
              <a:t>STEP 3</a:t>
            </a:r>
            <a:endParaRPr sz="2400" dirty="0">
              <a:solidFill>
                <a:schemeClr val="dk1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cxnSp>
        <p:nvCxnSpPr>
          <p:cNvPr id="78" name="Google Shape;2093;p72">
            <a:extLst>
              <a:ext uri="{FF2B5EF4-FFF2-40B4-BE49-F238E27FC236}">
                <a16:creationId xmlns:a16="http://schemas.microsoft.com/office/drawing/2014/main" id="{A9899B11-986A-9364-3FF1-23D9C7EB78F1}"/>
              </a:ext>
            </a:extLst>
          </p:cNvPr>
          <p:cNvCxnSpPr>
            <a:cxnSpLocks/>
            <a:stCxn id="5" idx="3"/>
            <a:endCxn id="75" idx="1"/>
          </p:cNvCxnSpPr>
          <p:nvPr/>
        </p:nvCxnSpPr>
        <p:spPr>
          <a:xfrm>
            <a:off x="1160200" y="1712875"/>
            <a:ext cx="1185256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" name="Google Shape;2093;p72">
            <a:extLst>
              <a:ext uri="{FF2B5EF4-FFF2-40B4-BE49-F238E27FC236}">
                <a16:creationId xmlns:a16="http://schemas.microsoft.com/office/drawing/2014/main" id="{28B6039A-43E9-ECF7-ACD5-82D1BF257957}"/>
              </a:ext>
            </a:extLst>
          </p:cNvPr>
          <p:cNvCxnSpPr>
            <a:cxnSpLocks/>
            <a:stCxn id="77" idx="3"/>
            <a:endCxn id="9" idx="1"/>
          </p:cNvCxnSpPr>
          <p:nvPr/>
        </p:nvCxnSpPr>
        <p:spPr>
          <a:xfrm>
            <a:off x="5520813" y="1712875"/>
            <a:ext cx="54791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2" name="Google Shape;2094;p72">
            <a:extLst>
              <a:ext uri="{FF2B5EF4-FFF2-40B4-BE49-F238E27FC236}">
                <a16:creationId xmlns:a16="http://schemas.microsoft.com/office/drawing/2014/main" id="{18561854-2C20-E3EB-0461-F606CD0BC391}"/>
              </a:ext>
            </a:extLst>
          </p:cNvPr>
          <p:cNvCxnSpPr>
            <a:cxnSpLocks/>
            <a:stCxn id="75" idx="0"/>
            <a:endCxn id="77" idx="0"/>
          </p:cNvCxnSpPr>
          <p:nvPr/>
        </p:nvCxnSpPr>
        <p:spPr>
          <a:xfrm rot="5400000" flipH="1" flipV="1">
            <a:off x="3921672" y="429522"/>
            <a:ext cx="12700" cy="2180306"/>
          </a:xfrm>
          <a:prstGeom prst="bentConnector3">
            <a:avLst>
              <a:gd name="adj1" fmla="val 133548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5" name="Google Shape;2094;p72">
            <a:extLst>
              <a:ext uri="{FF2B5EF4-FFF2-40B4-BE49-F238E27FC236}">
                <a16:creationId xmlns:a16="http://schemas.microsoft.com/office/drawing/2014/main" id="{2DF7473E-1E5B-F87D-2DBE-F82B886A84C8}"/>
              </a:ext>
            </a:extLst>
          </p:cNvPr>
          <p:cNvCxnSpPr>
            <a:cxnSpLocks/>
            <a:stCxn id="77" idx="2"/>
            <a:endCxn id="75" idx="2"/>
          </p:cNvCxnSpPr>
          <p:nvPr/>
        </p:nvCxnSpPr>
        <p:spPr>
          <a:xfrm rot="5400000">
            <a:off x="3921672" y="815922"/>
            <a:ext cx="12700" cy="2180306"/>
          </a:xfrm>
          <a:prstGeom prst="bentConnector3">
            <a:avLst>
              <a:gd name="adj1" fmla="val 1296772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698807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229DE-FF02-4C55-420D-63FDE22D0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33B9AA-A11D-4196-CBC9-7838FAF9F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소개</a:t>
            </a:r>
            <a:r>
              <a:rPr lang="en-US" altLang="ko-KR" dirty="0"/>
              <a:t> </a:t>
            </a:r>
            <a:r>
              <a:rPr lang="ko-KR" altLang="en-US" sz="1700" dirty="0"/>
              <a:t>맵</a:t>
            </a:r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5B5740-502F-F711-E3AE-574801149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617" y="1163050"/>
            <a:ext cx="4858327" cy="2999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부제목 2">
            <a:extLst>
              <a:ext uri="{FF2B5EF4-FFF2-40B4-BE49-F238E27FC236}">
                <a16:creationId xmlns:a16="http://schemas.microsoft.com/office/drawing/2014/main" id="{27E189FA-B722-4B44-DC3C-FDEB0E305E94}"/>
              </a:ext>
            </a:extLst>
          </p:cNvPr>
          <p:cNvSpPr txBox="1">
            <a:spLocks/>
          </p:cNvSpPr>
          <p:nvPr/>
        </p:nvSpPr>
        <p:spPr>
          <a:xfrm>
            <a:off x="5985164" y="1163050"/>
            <a:ext cx="2783041" cy="3441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dirty="0">
                <a:solidFill>
                  <a:schemeClr val="tx1"/>
                </a:solidFill>
              </a:rPr>
              <a:t>갈색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진입 불가능한 건물 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녹색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공원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나무 등 시야 확보가 불안정한 지역 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황색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 err="1">
                <a:solidFill>
                  <a:schemeClr val="tx1"/>
                </a:solidFill>
              </a:rPr>
              <a:t>파밍</a:t>
            </a:r>
            <a:r>
              <a:rPr lang="ko-KR" altLang="en-US" dirty="0">
                <a:solidFill>
                  <a:schemeClr val="tx1"/>
                </a:solidFill>
              </a:rPr>
              <a:t> 가능 지역 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적색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탈출 포인트 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보라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컨테이너 구조물 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주황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 err="1">
                <a:solidFill>
                  <a:schemeClr val="tx1"/>
                </a:solidFill>
              </a:rPr>
              <a:t>폐공장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임시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415A8AD-711F-B929-42FD-D2691897A47C}"/>
              </a:ext>
            </a:extLst>
          </p:cNvPr>
          <p:cNvCxnSpPr/>
          <p:nvPr/>
        </p:nvCxnSpPr>
        <p:spPr>
          <a:xfrm>
            <a:off x="258617" y="4442691"/>
            <a:ext cx="48583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057F1EB-5DA7-4EC6-D1B7-89F37F6FAB3E}"/>
              </a:ext>
            </a:extLst>
          </p:cNvPr>
          <p:cNvCxnSpPr/>
          <p:nvPr/>
        </p:nvCxnSpPr>
        <p:spPr>
          <a:xfrm>
            <a:off x="258617" y="4306593"/>
            <a:ext cx="0" cy="2721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3198B44-57A6-C239-3DA4-D0C9ED6FC624}"/>
              </a:ext>
            </a:extLst>
          </p:cNvPr>
          <p:cNvCxnSpPr/>
          <p:nvPr/>
        </p:nvCxnSpPr>
        <p:spPr>
          <a:xfrm>
            <a:off x="5124101" y="4306593"/>
            <a:ext cx="0" cy="2721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Google Shape;2086;p72">
            <a:extLst>
              <a:ext uri="{FF2B5EF4-FFF2-40B4-BE49-F238E27FC236}">
                <a16:creationId xmlns:a16="http://schemas.microsoft.com/office/drawing/2014/main" id="{FE898BB4-051C-FA23-58E5-8C065920FBF2}"/>
              </a:ext>
            </a:extLst>
          </p:cNvPr>
          <p:cNvSpPr txBox="1"/>
          <p:nvPr/>
        </p:nvSpPr>
        <p:spPr>
          <a:xfrm flipH="1">
            <a:off x="2002446" y="4440399"/>
            <a:ext cx="1370668" cy="28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Barlow"/>
                <a:sym typeface="Barlow"/>
              </a:rPr>
              <a:t>300m</a:t>
            </a:r>
            <a:endParaRPr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Barlow"/>
              <a:sym typeface="Barlow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3D7CDC1-C7FB-5390-27DD-138511D022C3}"/>
              </a:ext>
            </a:extLst>
          </p:cNvPr>
          <p:cNvGrpSpPr/>
          <p:nvPr/>
        </p:nvGrpSpPr>
        <p:grpSpPr>
          <a:xfrm rot="16200000">
            <a:off x="3872273" y="2526665"/>
            <a:ext cx="2999423" cy="272195"/>
            <a:chOff x="1333037" y="2747452"/>
            <a:chExt cx="4865484" cy="272195"/>
          </a:xfrm>
        </p:grpSpPr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CEB4D8AB-2CCF-6899-1294-37A43E053F35}"/>
                </a:ext>
              </a:extLst>
            </p:cNvPr>
            <p:cNvCxnSpPr/>
            <p:nvPr/>
          </p:nvCxnSpPr>
          <p:spPr>
            <a:xfrm>
              <a:off x="1333037" y="2883550"/>
              <a:ext cx="485832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0645AAE0-E574-EE99-63AF-86D67143D18A}"/>
                </a:ext>
              </a:extLst>
            </p:cNvPr>
            <p:cNvCxnSpPr/>
            <p:nvPr/>
          </p:nvCxnSpPr>
          <p:spPr>
            <a:xfrm>
              <a:off x="1333037" y="2747452"/>
              <a:ext cx="0" cy="2721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E38DBC6E-2F09-7D3F-8038-A6F6933E0E3B}"/>
                </a:ext>
              </a:extLst>
            </p:cNvPr>
            <p:cNvCxnSpPr/>
            <p:nvPr/>
          </p:nvCxnSpPr>
          <p:spPr>
            <a:xfrm>
              <a:off x="6198521" y="2747452"/>
              <a:ext cx="0" cy="2721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Google Shape;2086;p72">
            <a:extLst>
              <a:ext uri="{FF2B5EF4-FFF2-40B4-BE49-F238E27FC236}">
                <a16:creationId xmlns:a16="http://schemas.microsoft.com/office/drawing/2014/main" id="{B5265343-E856-889F-2FCB-27C4E4D54F9C}"/>
              </a:ext>
            </a:extLst>
          </p:cNvPr>
          <p:cNvSpPr txBox="1"/>
          <p:nvPr/>
        </p:nvSpPr>
        <p:spPr>
          <a:xfrm flipH="1">
            <a:off x="4976610" y="2442781"/>
            <a:ext cx="1370668" cy="28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Barlow"/>
                <a:sym typeface="Barlow"/>
              </a:rPr>
              <a:t>200m</a:t>
            </a:r>
            <a:endParaRPr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Barlow"/>
              <a:sym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3391952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41386-327F-6F5F-92BA-803068C14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6720F8-C813-F9C6-729F-7671932F2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컨셉</a:t>
            </a:r>
            <a:r>
              <a:rPr lang="en-US" altLang="ko-KR" dirty="0"/>
              <a:t> </a:t>
            </a:r>
            <a:r>
              <a:rPr lang="ko-KR" altLang="en-US" sz="1700" dirty="0"/>
              <a:t>맵 레퍼런스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C334C80-326D-0481-2B7D-AA58EAAC9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34" y="1143258"/>
            <a:ext cx="3093027" cy="3093027"/>
          </a:xfrm>
          <a:prstGeom prst="rect">
            <a:avLst/>
          </a:prstGeom>
        </p:spPr>
      </p:pic>
      <p:pic>
        <p:nvPicPr>
          <p:cNvPr id="4" name="Picture 2" descr="Royal Victoria Dock">
            <a:extLst>
              <a:ext uri="{FF2B5EF4-FFF2-40B4-BE49-F238E27FC236}">
                <a16:creationId xmlns:a16="http://schemas.microsoft.com/office/drawing/2014/main" id="{29D7AC9F-D8B8-58AE-D456-FE8E5BF79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8847" y="1382731"/>
            <a:ext cx="4647252" cy="2614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5110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50816-82F1-DFFA-EF8A-216AE7862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30AA4A-A6E9-D165-E875-923DFC11F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컨셉</a:t>
            </a:r>
            <a:r>
              <a:rPr lang="en-US" altLang="ko-KR" dirty="0"/>
              <a:t> </a:t>
            </a:r>
            <a:r>
              <a:rPr lang="ko-KR" altLang="en-US" sz="1700" dirty="0"/>
              <a:t>무기</a:t>
            </a:r>
            <a:endParaRPr lang="ko-KR" altLang="en-US" dirty="0"/>
          </a:p>
        </p:txBody>
      </p:sp>
      <p:pic>
        <p:nvPicPr>
          <p:cNvPr id="7" name="그림 6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CE376E-6A9A-CEF6-0A14-1EB845847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1288473"/>
            <a:ext cx="72009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660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7B137-41E9-043E-BF75-C9A9A2D78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E0B2F3-FA11-F228-51D8-4CF1643CE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컨셉</a:t>
            </a:r>
            <a:r>
              <a:rPr lang="en-US" altLang="ko-KR" dirty="0"/>
              <a:t> </a:t>
            </a:r>
            <a:r>
              <a:rPr lang="ko-KR" altLang="en-US" sz="1700" dirty="0" err="1"/>
              <a:t>방어구</a:t>
            </a:r>
            <a:endParaRPr lang="ko-KR" altLang="en-US" dirty="0"/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D6B2DE-22E6-7C0B-B1CE-0AA8B10CC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975" y="1886671"/>
            <a:ext cx="6496050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813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1A041-32A7-F439-E0E8-01D225DEA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81B36-0F44-960B-AE14-8AB026405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컨셉</a:t>
            </a:r>
            <a:r>
              <a:rPr lang="en-US" altLang="ko-KR" dirty="0"/>
              <a:t> </a:t>
            </a:r>
            <a:r>
              <a:rPr lang="ko-KR" altLang="en-US" sz="1700" dirty="0"/>
              <a:t>사용아이템</a:t>
            </a:r>
            <a:endParaRPr lang="ko-KR" altLang="en-US" dirty="0"/>
          </a:p>
        </p:txBody>
      </p:sp>
      <p:pic>
        <p:nvPicPr>
          <p:cNvPr id="7" name="그림 6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9F7FEE-C9B1-52D0-4B00-0DF3397E0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837" y="2114550"/>
            <a:ext cx="412432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468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11055D83-8F2C-F199-12CF-4B9BF5D1A2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ko-KR" dirty="0"/>
          </a:p>
          <a:p>
            <a:pPr marL="139700" indent="0">
              <a:buNone/>
            </a:pPr>
            <a:endParaRPr lang="en-US" altLang="ko-KR" dirty="0"/>
          </a:p>
          <a:p>
            <a:endParaRPr lang="en-US" altLang="ko-KR" dirty="0"/>
          </a:p>
          <a:p>
            <a:pPr marL="139700" indent="0">
              <a:buNone/>
            </a:pPr>
            <a:r>
              <a:rPr lang="ko-KR" altLang="en-US" dirty="0"/>
              <a:t>체력</a:t>
            </a:r>
            <a:r>
              <a:rPr lang="en-US" altLang="ko-KR" dirty="0"/>
              <a:t>		: 100</a:t>
            </a:r>
          </a:p>
          <a:p>
            <a:endParaRPr lang="en-US" altLang="ko-KR" dirty="0"/>
          </a:p>
          <a:p>
            <a:pPr marL="139700" indent="0">
              <a:buNone/>
            </a:pPr>
            <a:r>
              <a:rPr lang="ko-KR" altLang="en-US" dirty="0"/>
              <a:t>달리기 속도</a:t>
            </a:r>
            <a:r>
              <a:rPr lang="en-US" altLang="ko-KR" dirty="0"/>
              <a:t>	: 6 m/s</a:t>
            </a:r>
          </a:p>
          <a:p>
            <a:endParaRPr lang="en-US" altLang="ko-KR" dirty="0"/>
          </a:p>
          <a:p>
            <a:pPr marL="139700" indent="0">
              <a:buNone/>
            </a:pPr>
            <a:r>
              <a:rPr lang="ko-KR" altLang="en-US" dirty="0"/>
              <a:t>걷기 속도</a:t>
            </a:r>
            <a:r>
              <a:rPr lang="en-US" altLang="ko-KR" dirty="0"/>
              <a:t>		: 2 m/s</a:t>
            </a:r>
          </a:p>
          <a:p>
            <a:endParaRPr lang="en-US" altLang="ko-KR" dirty="0"/>
          </a:p>
          <a:p>
            <a:pPr marL="139700" indent="0">
              <a:buNone/>
            </a:pPr>
            <a:r>
              <a:rPr lang="ko-KR" altLang="en-US" dirty="0"/>
              <a:t>사용 가능한 무기</a:t>
            </a:r>
            <a:r>
              <a:rPr lang="en-US" altLang="ko-KR" dirty="0"/>
              <a:t>	: </a:t>
            </a:r>
            <a:r>
              <a:rPr lang="ko-KR" altLang="en-US" dirty="0"/>
              <a:t>모든 종류의 무기</a:t>
            </a:r>
            <a:endParaRPr lang="en-US" altLang="ko-KR" dirty="0"/>
          </a:p>
          <a:p>
            <a:pPr marL="13970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D0CB26C-150C-FDD2-BBDE-7A011EECE214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140F020-A0FA-30D7-6368-20FE71457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게임 컨셉</a:t>
            </a:r>
            <a:r>
              <a:rPr lang="en-US" altLang="ko-KR" dirty="0"/>
              <a:t> </a:t>
            </a:r>
            <a:r>
              <a:rPr lang="ko-KR" altLang="en-US" sz="1700" dirty="0"/>
              <a:t>플레이어</a:t>
            </a:r>
            <a:endParaRPr lang="ko-KR" altLang="en-US" dirty="0"/>
          </a:p>
        </p:txBody>
      </p:sp>
      <p:pic>
        <p:nvPicPr>
          <p:cNvPr id="8" name="그림 7" descr="갑옷, 가상의 캐릭터, 액션 피겨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31C440-2A4E-7FFE-E31F-1E0C046AA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9299" y="1550317"/>
            <a:ext cx="1394883" cy="329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849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11AEE-245D-9509-A3A2-6E05B0ACB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D4CA3FA9-4F06-657E-7238-779D35141B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7674" y="1163050"/>
            <a:ext cx="3968325" cy="3441000"/>
          </a:xfrm>
        </p:spPr>
        <p:txBody>
          <a:bodyPr/>
          <a:lstStyle/>
          <a:p>
            <a:endParaRPr lang="en-US" altLang="ko-KR" dirty="0"/>
          </a:p>
          <a:p>
            <a:pPr marL="139700" indent="0">
              <a:buNone/>
            </a:pPr>
            <a:endParaRPr lang="en-US" altLang="ko-KR" dirty="0"/>
          </a:p>
          <a:p>
            <a:endParaRPr lang="en-US" altLang="ko-KR" dirty="0"/>
          </a:p>
          <a:p>
            <a:pPr marL="139700" indent="0">
              <a:buNone/>
            </a:pPr>
            <a:r>
              <a:rPr lang="ko-KR" altLang="en-US" dirty="0"/>
              <a:t>체력</a:t>
            </a:r>
            <a:r>
              <a:rPr lang="en-US" altLang="ko-KR" dirty="0"/>
              <a:t>		: 450</a:t>
            </a:r>
          </a:p>
          <a:p>
            <a:pPr marL="139700" indent="0">
              <a:buNone/>
            </a:pPr>
            <a:endParaRPr lang="en-US" altLang="ko-KR" dirty="0"/>
          </a:p>
          <a:p>
            <a:pPr marL="139700" indent="0">
              <a:buNone/>
            </a:pPr>
            <a:r>
              <a:rPr lang="ko-KR" altLang="en-US" dirty="0"/>
              <a:t>달리기 속도</a:t>
            </a:r>
            <a:r>
              <a:rPr lang="en-US" altLang="ko-KR" dirty="0"/>
              <a:t>	: 6 m/s</a:t>
            </a:r>
          </a:p>
          <a:p>
            <a:endParaRPr lang="en-US" altLang="ko-KR" dirty="0"/>
          </a:p>
          <a:p>
            <a:pPr marL="139700" indent="0">
              <a:buNone/>
            </a:pPr>
            <a:r>
              <a:rPr lang="ko-KR" altLang="en-US" dirty="0"/>
              <a:t>사용 가능한 무기</a:t>
            </a:r>
            <a:r>
              <a:rPr lang="en-US" altLang="ko-KR" dirty="0"/>
              <a:t>	: </a:t>
            </a:r>
            <a:r>
              <a:rPr lang="ko-KR" altLang="en-US" dirty="0"/>
              <a:t>돌격소총</a:t>
            </a:r>
            <a:r>
              <a:rPr lang="en-US" altLang="ko-KR" dirty="0"/>
              <a:t>, </a:t>
            </a:r>
            <a:r>
              <a:rPr lang="ko-KR" altLang="en-US" dirty="0"/>
              <a:t>기관단총</a:t>
            </a:r>
            <a:endParaRPr lang="en-US" altLang="ko-KR" dirty="0"/>
          </a:p>
          <a:p>
            <a:pPr marL="139700" indent="0">
              <a:buNone/>
            </a:pPr>
            <a:endParaRPr lang="en-US" altLang="ko-KR" dirty="0"/>
          </a:p>
          <a:p>
            <a:pPr marL="139700" indent="0">
              <a:buNone/>
            </a:pPr>
            <a:r>
              <a:rPr lang="ko-KR" altLang="en-US" dirty="0"/>
              <a:t>사용 무기 등급</a:t>
            </a:r>
            <a:r>
              <a:rPr lang="en-US" altLang="ko-KR" dirty="0"/>
              <a:t>	: 4</a:t>
            </a:r>
            <a:r>
              <a:rPr lang="ko-KR" altLang="en-US" dirty="0"/>
              <a:t>단계</a:t>
            </a:r>
            <a:endParaRPr lang="en-US" altLang="ko-KR" dirty="0"/>
          </a:p>
          <a:p>
            <a:pPr marL="13970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C8658E-5B5E-C0E1-8799-A6B7AE228614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pPr marL="139700" indent="0">
              <a:buNone/>
            </a:pP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7830905-69F3-4969-8A56-6FC052BE7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게임 컨셉</a:t>
            </a:r>
            <a:r>
              <a:rPr lang="en-US" altLang="ko-KR" dirty="0"/>
              <a:t> </a:t>
            </a:r>
            <a:r>
              <a:rPr lang="ko-KR" altLang="en-US" sz="1700" dirty="0"/>
              <a:t>적대</a:t>
            </a:r>
            <a:r>
              <a:rPr lang="en-US" altLang="ko-KR" sz="1700" dirty="0"/>
              <a:t>NPC</a:t>
            </a:r>
            <a:endParaRPr lang="ko-KR" altLang="en-US" dirty="0"/>
          </a:p>
        </p:txBody>
      </p:sp>
      <p:pic>
        <p:nvPicPr>
          <p:cNvPr id="7" name="그림 6" descr="무기, 갑옷, 액션 어드벤처 게임, 소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AA9F362-342B-85D1-5D28-16604ED30D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291" y="1541080"/>
            <a:ext cx="1693031" cy="329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873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51437-7495-A3A8-13D0-EDB1AA7FD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D02F13EC-D35F-9C8F-3A70-B2488318FD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7674" y="1163050"/>
            <a:ext cx="3968325" cy="3441000"/>
          </a:xfrm>
        </p:spPr>
        <p:txBody>
          <a:bodyPr/>
          <a:lstStyle/>
          <a:p>
            <a:endParaRPr lang="en-US" altLang="ko-KR" dirty="0"/>
          </a:p>
          <a:p>
            <a:pPr marL="139700" indent="0">
              <a:buNone/>
            </a:pPr>
            <a:endParaRPr lang="en-US" altLang="ko-KR" dirty="0"/>
          </a:p>
          <a:p>
            <a:endParaRPr lang="en-US" altLang="ko-KR" dirty="0"/>
          </a:p>
          <a:p>
            <a:pPr marL="139700" indent="0">
              <a:buNone/>
            </a:pPr>
            <a:r>
              <a:rPr lang="ko-KR" altLang="en-US" dirty="0"/>
              <a:t>체력</a:t>
            </a:r>
            <a:r>
              <a:rPr lang="en-US" altLang="ko-KR" dirty="0"/>
              <a:t>		: 240</a:t>
            </a:r>
          </a:p>
          <a:p>
            <a:pPr marL="139700" indent="0">
              <a:buNone/>
            </a:pPr>
            <a:endParaRPr lang="en-US" altLang="ko-KR" dirty="0"/>
          </a:p>
          <a:p>
            <a:pPr marL="139700" indent="0">
              <a:buNone/>
            </a:pPr>
            <a:r>
              <a:rPr lang="ko-KR" altLang="en-US" dirty="0"/>
              <a:t>달리기 속도</a:t>
            </a:r>
            <a:r>
              <a:rPr lang="en-US" altLang="ko-KR" dirty="0"/>
              <a:t>	: 6 m/s</a:t>
            </a:r>
          </a:p>
          <a:p>
            <a:endParaRPr lang="en-US" altLang="ko-KR" dirty="0"/>
          </a:p>
          <a:p>
            <a:pPr marL="139700" indent="0">
              <a:buNone/>
            </a:pPr>
            <a:r>
              <a:rPr lang="ko-KR" altLang="en-US" dirty="0"/>
              <a:t>사용 가능한 무기</a:t>
            </a:r>
            <a:r>
              <a:rPr lang="en-US" altLang="ko-KR" dirty="0"/>
              <a:t>	: </a:t>
            </a:r>
            <a:r>
              <a:rPr lang="ko-KR" altLang="en-US" dirty="0"/>
              <a:t>돌격소총</a:t>
            </a:r>
            <a:r>
              <a:rPr lang="en-US" altLang="ko-KR" dirty="0"/>
              <a:t>, </a:t>
            </a:r>
            <a:r>
              <a:rPr lang="ko-KR" altLang="en-US" dirty="0"/>
              <a:t>기관단총</a:t>
            </a:r>
            <a:endParaRPr lang="en-US" altLang="ko-KR" dirty="0"/>
          </a:p>
          <a:p>
            <a:pPr marL="139700" indent="0">
              <a:buNone/>
            </a:pPr>
            <a:endParaRPr lang="en-US" altLang="ko-KR" dirty="0"/>
          </a:p>
          <a:p>
            <a:pPr marL="139700" indent="0">
              <a:buNone/>
            </a:pPr>
            <a:r>
              <a:rPr lang="ko-KR" altLang="en-US" dirty="0"/>
              <a:t>사용 무기 등급</a:t>
            </a:r>
            <a:r>
              <a:rPr lang="en-US" altLang="ko-KR" dirty="0"/>
              <a:t>	: 2~3</a:t>
            </a:r>
            <a:r>
              <a:rPr lang="ko-KR" altLang="en-US" dirty="0"/>
              <a:t>단계</a:t>
            </a:r>
            <a:endParaRPr lang="en-US" altLang="ko-KR" dirty="0"/>
          </a:p>
          <a:p>
            <a:pPr marL="13970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B4320A2-C40B-C910-5957-86B5F2D7D2F4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F401A6E-C825-FEAB-28E8-6C90FF905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게임 컨셉</a:t>
            </a:r>
            <a:r>
              <a:rPr lang="en-US" altLang="ko-KR" dirty="0"/>
              <a:t> </a:t>
            </a:r>
            <a:r>
              <a:rPr lang="ko-KR" altLang="en-US" sz="1700" dirty="0"/>
              <a:t>적대</a:t>
            </a:r>
            <a:r>
              <a:rPr lang="en-US" altLang="ko-KR" sz="1700" dirty="0"/>
              <a:t>NPC</a:t>
            </a:r>
            <a:endParaRPr lang="ko-KR" altLang="en-US" dirty="0"/>
          </a:p>
        </p:txBody>
      </p:sp>
      <p:pic>
        <p:nvPicPr>
          <p:cNvPr id="7" name="그림 6" descr="의류, 사람, 바지, 스탠딩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2CFDDE-990F-B625-CE42-C9448A8B0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462" y="1542473"/>
            <a:ext cx="1738458" cy="329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946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33D9C-0F8E-8137-217F-3880E2575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5ACAF084-0A64-FF9D-CE81-6C3EB811BB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7674" y="1163050"/>
            <a:ext cx="3968325" cy="3441000"/>
          </a:xfrm>
        </p:spPr>
        <p:txBody>
          <a:bodyPr/>
          <a:lstStyle/>
          <a:p>
            <a:endParaRPr lang="en-US" altLang="ko-KR" dirty="0"/>
          </a:p>
          <a:p>
            <a:pPr marL="139700" indent="0">
              <a:buNone/>
            </a:pPr>
            <a:endParaRPr lang="en-US" altLang="ko-KR" dirty="0"/>
          </a:p>
          <a:p>
            <a:endParaRPr lang="en-US" altLang="ko-KR" dirty="0"/>
          </a:p>
          <a:p>
            <a:pPr marL="139700" indent="0">
              <a:buNone/>
            </a:pPr>
            <a:r>
              <a:rPr lang="ko-KR" altLang="en-US" dirty="0"/>
              <a:t>체력</a:t>
            </a:r>
            <a:r>
              <a:rPr lang="en-US" altLang="ko-KR" dirty="0"/>
              <a:t>		: 130</a:t>
            </a:r>
          </a:p>
          <a:p>
            <a:pPr marL="139700" indent="0">
              <a:buNone/>
            </a:pPr>
            <a:endParaRPr lang="en-US" altLang="ko-KR" dirty="0"/>
          </a:p>
          <a:p>
            <a:pPr marL="139700" indent="0">
              <a:buNone/>
            </a:pPr>
            <a:r>
              <a:rPr lang="ko-KR" altLang="en-US" dirty="0"/>
              <a:t>달리기 속도</a:t>
            </a:r>
            <a:r>
              <a:rPr lang="en-US" altLang="ko-KR" dirty="0"/>
              <a:t>	: 6 m/s</a:t>
            </a:r>
          </a:p>
          <a:p>
            <a:endParaRPr lang="en-US" altLang="ko-KR" dirty="0"/>
          </a:p>
          <a:p>
            <a:pPr marL="139700" indent="0">
              <a:buNone/>
            </a:pPr>
            <a:r>
              <a:rPr lang="ko-KR" altLang="en-US" dirty="0"/>
              <a:t>사용 가능한 무기</a:t>
            </a:r>
            <a:r>
              <a:rPr lang="en-US" altLang="ko-KR" dirty="0"/>
              <a:t>	: </a:t>
            </a:r>
            <a:r>
              <a:rPr lang="ko-KR" altLang="en-US" dirty="0"/>
              <a:t>기관단총</a:t>
            </a:r>
            <a:r>
              <a:rPr lang="en-US" altLang="ko-KR" dirty="0"/>
              <a:t>, </a:t>
            </a:r>
            <a:r>
              <a:rPr lang="ko-KR" altLang="en-US" dirty="0"/>
              <a:t>권총</a:t>
            </a:r>
            <a:endParaRPr lang="en-US" altLang="ko-KR" dirty="0"/>
          </a:p>
          <a:p>
            <a:pPr marL="139700" indent="0">
              <a:buNone/>
            </a:pPr>
            <a:endParaRPr lang="en-US" altLang="ko-KR" dirty="0"/>
          </a:p>
          <a:p>
            <a:pPr marL="139700" indent="0">
              <a:buNone/>
            </a:pPr>
            <a:r>
              <a:rPr lang="ko-KR" altLang="en-US" dirty="0"/>
              <a:t>사용 무기 등급</a:t>
            </a:r>
            <a:r>
              <a:rPr lang="en-US" altLang="ko-KR" dirty="0"/>
              <a:t>	: 1</a:t>
            </a:r>
            <a:r>
              <a:rPr lang="ko-KR" altLang="en-US" dirty="0"/>
              <a:t>단계</a:t>
            </a:r>
            <a:endParaRPr lang="en-US" altLang="ko-KR" dirty="0"/>
          </a:p>
          <a:p>
            <a:pPr marL="13970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5F371E9-4325-218C-B92C-F2C0AA19110C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18E1CCEE-AD50-C893-30A1-9C554A8F9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게임 컨셉</a:t>
            </a:r>
            <a:r>
              <a:rPr lang="en-US" altLang="ko-KR" dirty="0"/>
              <a:t> </a:t>
            </a:r>
            <a:r>
              <a:rPr lang="ko-KR" altLang="en-US" sz="1700" dirty="0"/>
              <a:t>적대</a:t>
            </a:r>
            <a:r>
              <a:rPr lang="en-US" altLang="ko-KR" sz="1700" dirty="0"/>
              <a:t>NPC</a:t>
            </a:r>
            <a:endParaRPr lang="ko-KR" altLang="en-US" dirty="0"/>
          </a:p>
        </p:txBody>
      </p:sp>
      <p:pic>
        <p:nvPicPr>
          <p:cNvPr id="6" name="그림 5" descr="의류, 사람, 인간의 얼굴, 겉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C6E35C-F35D-0122-5E1A-B87A17029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462" y="1542473"/>
            <a:ext cx="1790789" cy="329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58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66DD3-C09C-C001-9104-06CA601C6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FDB8B4-4637-718C-D8A9-B252219AE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컨셉</a:t>
            </a:r>
            <a:r>
              <a:rPr lang="en-US" altLang="ko-KR" dirty="0"/>
              <a:t> </a:t>
            </a:r>
            <a:r>
              <a:rPr lang="ko-KR" altLang="en-US" sz="1700" dirty="0"/>
              <a:t>조작 방식</a:t>
            </a:r>
            <a:endParaRPr lang="ko-KR" altLang="en-US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611EBADB-4C6E-98A0-C1C0-F8CA32023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260" y="1906873"/>
            <a:ext cx="4741843" cy="1615074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48B6F2C5-DD45-6362-55D2-214513B3B2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2819" y="1350407"/>
            <a:ext cx="2584549" cy="2584549"/>
          </a:xfrm>
          <a:prstGeom prst="rect">
            <a:avLst/>
          </a:prstGeom>
        </p:spPr>
      </p:pic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99DADDE7-FF81-703F-0EAB-FFF4CF61D472}"/>
              </a:ext>
            </a:extLst>
          </p:cNvPr>
          <p:cNvCxnSpPr>
            <a:cxnSpLocks/>
          </p:cNvCxnSpPr>
          <p:nvPr/>
        </p:nvCxnSpPr>
        <p:spPr>
          <a:xfrm flipV="1">
            <a:off x="1979525" y="1652954"/>
            <a:ext cx="276330" cy="67323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Google Shape;2086;p72">
            <a:extLst>
              <a:ext uri="{FF2B5EF4-FFF2-40B4-BE49-F238E27FC236}">
                <a16:creationId xmlns:a16="http://schemas.microsoft.com/office/drawing/2014/main" id="{8A65CFB1-D43F-7F1E-64D3-E5E3D2896638}"/>
              </a:ext>
            </a:extLst>
          </p:cNvPr>
          <p:cNvSpPr txBox="1"/>
          <p:nvPr/>
        </p:nvSpPr>
        <p:spPr>
          <a:xfrm flipH="1">
            <a:off x="1570521" y="1370444"/>
            <a:ext cx="1370668" cy="28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Barlow"/>
                <a:sym typeface="Barlow"/>
              </a:rPr>
              <a:t>상호작용</a:t>
            </a:r>
            <a:endParaRPr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Barlow"/>
              <a:sym typeface="Barlow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6EDC3151-207B-923E-F2FD-1DED044A9457}"/>
              </a:ext>
            </a:extLst>
          </p:cNvPr>
          <p:cNvCxnSpPr>
            <a:cxnSpLocks/>
          </p:cNvCxnSpPr>
          <p:nvPr/>
        </p:nvCxnSpPr>
        <p:spPr>
          <a:xfrm flipV="1">
            <a:off x="825640" y="2979207"/>
            <a:ext cx="276330" cy="67323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Google Shape;2086;p72">
            <a:extLst>
              <a:ext uri="{FF2B5EF4-FFF2-40B4-BE49-F238E27FC236}">
                <a16:creationId xmlns:a16="http://schemas.microsoft.com/office/drawing/2014/main" id="{54DA7E39-4F59-72B1-9532-48BF4089FF42}"/>
              </a:ext>
            </a:extLst>
          </p:cNvPr>
          <p:cNvSpPr txBox="1"/>
          <p:nvPr/>
        </p:nvSpPr>
        <p:spPr>
          <a:xfrm flipH="1">
            <a:off x="140306" y="3652446"/>
            <a:ext cx="1370668" cy="28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Barlow"/>
                <a:sym typeface="Barlow"/>
              </a:rPr>
              <a:t>걷기</a:t>
            </a:r>
            <a:endParaRPr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Barlow"/>
              <a:sym typeface="Barlow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DB28DA96-B350-4230-8A91-D5498CC7184D}"/>
              </a:ext>
            </a:extLst>
          </p:cNvPr>
          <p:cNvCxnSpPr>
            <a:cxnSpLocks/>
            <a:stCxn id="43" idx="0"/>
          </p:cNvCxnSpPr>
          <p:nvPr/>
        </p:nvCxnSpPr>
        <p:spPr>
          <a:xfrm flipH="1" flipV="1">
            <a:off x="1846851" y="2714410"/>
            <a:ext cx="310196" cy="96818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Google Shape;2086;p72">
            <a:extLst>
              <a:ext uri="{FF2B5EF4-FFF2-40B4-BE49-F238E27FC236}">
                <a16:creationId xmlns:a16="http://schemas.microsoft.com/office/drawing/2014/main" id="{5A3C68D6-19B2-375F-4714-C43A52FC9D46}"/>
              </a:ext>
            </a:extLst>
          </p:cNvPr>
          <p:cNvSpPr txBox="1"/>
          <p:nvPr/>
        </p:nvSpPr>
        <p:spPr>
          <a:xfrm flipH="1">
            <a:off x="1471713" y="3682591"/>
            <a:ext cx="1370668" cy="28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Barlow"/>
                <a:sym typeface="Barlow"/>
              </a:rPr>
              <a:t>이동</a:t>
            </a:r>
            <a:endParaRPr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Barlow"/>
              <a:sym typeface="Barlow"/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68DD6E1E-F8C8-0E88-4251-F5C54951617C}"/>
              </a:ext>
            </a:extLst>
          </p:cNvPr>
          <p:cNvCxnSpPr>
            <a:cxnSpLocks/>
          </p:cNvCxnSpPr>
          <p:nvPr/>
        </p:nvCxnSpPr>
        <p:spPr>
          <a:xfrm flipV="1">
            <a:off x="2664859" y="1695859"/>
            <a:ext cx="685334" cy="101855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Google Shape;2086;p72">
            <a:extLst>
              <a:ext uri="{FF2B5EF4-FFF2-40B4-BE49-F238E27FC236}">
                <a16:creationId xmlns:a16="http://schemas.microsoft.com/office/drawing/2014/main" id="{AB1504B0-6B80-B0A8-642C-9979A61D14A1}"/>
              </a:ext>
            </a:extLst>
          </p:cNvPr>
          <p:cNvSpPr txBox="1"/>
          <p:nvPr/>
        </p:nvSpPr>
        <p:spPr>
          <a:xfrm flipH="1">
            <a:off x="2664859" y="1413349"/>
            <a:ext cx="1370668" cy="28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Barlow"/>
                <a:sym typeface="Barlow"/>
              </a:rPr>
              <a:t>투척무기 사용</a:t>
            </a:r>
            <a:endParaRPr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Barlow"/>
              <a:sym typeface="Barlow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5DB1E140-5B08-F726-E5A5-FD6F37D8F794}"/>
              </a:ext>
            </a:extLst>
          </p:cNvPr>
          <p:cNvCxnSpPr>
            <a:cxnSpLocks/>
          </p:cNvCxnSpPr>
          <p:nvPr/>
        </p:nvCxnSpPr>
        <p:spPr>
          <a:xfrm flipV="1">
            <a:off x="7753978" y="1652954"/>
            <a:ext cx="276330" cy="67323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Google Shape;2086;p72">
            <a:extLst>
              <a:ext uri="{FF2B5EF4-FFF2-40B4-BE49-F238E27FC236}">
                <a16:creationId xmlns:a16="http://schemas.microsoft.com/office/drawing/2014/main" id="{C3322291-2E20-274F-FFF7-EAD1934A1270}"/>
              </a:ext>
            </a:extLst>
          </p:cNvPr>
          <p:cNvSpPr txBox="1"/>
          <p:nvPr/>
        </p:nvSpPr>
        <p:spPr>
          <a:xfrm flipH="1">
            <a:off x="7344974" y="1370444"/>
            <a:ext cx="1370668" cy="28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Barlow"/>
                <a:sym typeface="Barlow"/>
              </a:rPr>
              <a:t>조준</a:t>
            </a:r>
            <a:endParaRPr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Barlow"/>
              <a:sym typeface="Barlow"/>
            </a:endParaRP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CD0EC169-BBBD-4FED-AE76-A858183A78E1}"/>
              </a:ext>
            </a:extLst>
          </p:cNvPr>
          <p:cNvCxnSpPr>
            <a:cxnSpLocks/>
            <a:endCxn id="52" idx="2"/>
          </p:cNvCxnSpPr>
          <p:nvPr/>
        </p:nvCxnSpPr>
        <p:spPr>
          <a:xfrm flipH="1" flipV="1">
            <a:off x="6518058" y="1652954"/>
            <a:ext cx="487454" cy="80675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Google Shape;2086;p72">
            <a:extLst>
              <a:ext uri="{FF2B5EF4-FFF2-40B4-BE49-F238E27FC236}">
                <a16:creationId xmlns:a16="http://schemas.microsoft.com/office/drawing/2014/main" id="{00B8AA7E-730E-BD99-F130-EB3C54521EF0}"/>
              </a:ext>
            </a:extLst>
          </p:cNvPr>
          <p:cNvSpPr txBox="1"/>
          <p:nvPr/>
        </p:nvSpPr>
        <p:spPr>
          <a:xfrm flipH="1">
            <a:off x="5832724" y="1370444"/>
            <a:ext cx="1370668" cy="28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Barlow"/>
                <a:sym typeface="Barlow"/>
              </a:rPr>
              <a:t>공격</a:t>
            </a:r>
            <a:endParaRPr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Barlow"/>
              <a:sym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3526257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E0EDAA-8AAE-EF1D-4577-AE2C03584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01D659-3932-B475-F1D3-18673EF3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컨셉</a:t>
            </a:r>
            <a:r>
              <a:rPr lang="en-US" altLang="ko-KR" dirty="0"/>
              <a:t> </a:t>
            </a:r>
            <a:r>
              <a:rPr lang="ko-KR" altLang="en-US" sz="1700" dirty="0"/>
              <a:t>시야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600F8FF-2A96-1686-0C17-9B99018E65AA}"/>
              </a:ext>
            </a:extLst>
          </p:cNvPr>
          <p:cNvSpPr txBox="1">
            <a:spLocks/>
          </p:cNvSpPr>
          <p:nvPr/>
        </p:nvSpPr>
        <p:spPr>
          <a:xfrm>
            <a:off x="5310911" y="1920481"/>
            <a:ext cx="3080012" cy="231045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/>
            <a:endParaRPr lang="en-US" altLang="ko-KR" dirty="0">
              <a:solidFill>
                <a:schemeClr val="tx1"/>
              </a:solidFill>
            </a:endParaRPr>
          </a:p>
          <a:p>
            <a:pPr algn="just"/>
            <a:r>
              <a:rPr lang="ko-KR" altLang="en-US" dirty="0">
                <a:solidFill>
                  <a:schemeClr val="tx1"/>
                </a:solidFill>
              </a:rPr>
              <a:t>플레이어는 부채꼴 모양의 시야 객체를 가짐</a:t>
            </a:r>
            <a:endParaRPr lang="en-US" altLang="ko-KR" dirty="0">
              <a:solidFill>
                <a:schemeClr val="tx1"/>
              </a:solidFill>
            </a:endParaRPr>
          </a:p>
          <a:p>
            <a:pPr algn="just"/>
            <a:endParaRPr lang="en-US" altLang="ko-KR" dirty="0">
              <a:solidFill>
                <a:schemeClr val="tx1"/>
              </a:solidFill>
            </a:endParaRPr>
          </a:p>
          <a:p>
            <a:pPr algn="just"/>
            <a:r>
              <a:rPr lang="ko-KR" altLang="en-US" dirty="0">
                <a:solidFill>
                  <a:schemeClr val="tx1"/>
                </a:solidFill>
              </a:rPr>
              <a:t>해당 객체는 장애물을 만나면 그에 따라 모양이 변화</a:t>
            </a:r>
            <a:endParaRPr lang="en-US" altLang="ko-KR" dirty="0">
              <a:solidFill>
                <a:schemeClr val="tx1"/>
              </a:solidFill>
            </a:endParaRPr>
          </a:p>
          <a:p>
            <a:pPr algn="just"/>
            <a:endParaRPr lang="en-US" altLang="ko-KR" dirty="0">
              <a:solidFill>
                <a:schemeClr val="tx1"/>
              </a:solidFill>
            </a:endParaRPr>
          </a:p>
          <a:p>
            <a:pPr algn="just"/>
            <a:r>
              <a:rPr lang="ko-KR" altLang="en-US" dirty="0">
                <a:solidFill>
                  <a:schemeClr val="tx1"/>
                </a:solidFill>
              </a:rPr>
              <a:t>객체와 충돌하는 적은 렌더링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그렇지 않으면 렌더링 하지 않음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CA4D9E7-7813-34CE-75CE-1A1BC84B3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2035672"/>
            <a:ext cx="4107477" cy="2310456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3D911DC-DC04-79F2-23DB-701B7E669BF8}"/>
              </a:ext>
            </a:extLst>
          </p:cNvPr>
          <p:cNvCxnSpPr>
            <a:cxnSpLocks/>
          </p:cNvCxnSpPr>
          <p:nvPr/>
        </p:nvCxnSpPr>
        <p:spPr>
          <a:xfrm flipV="1">
            <a:off x="2549236" y="1681018"/>
            <a:ext cx="360219" cy="554182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A6DC0D5-0A65-51D8-95E5-0306DC382F8D}"/>
              </a:ext>
            </a:extLst>
          </p:cNvPr>
          <p:cNvCxnSpPr>
            <a:cxnSpLocks/>
          </p:cNvCxnSpPr>
          <p:nvPr/>
        </p:nvCxnSpPr>
        <p:spPr>
          <a:xfrm flipH="1" flipV="1">
            <a:off x="2909455" y="1681018"/>
            <a:ext cx="923636" cy="720437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oogle Shape;2086;p72">
            <a:extLst>
              <a:ext uri="{FF2B5EF4-FFF2-40B4-BE49-F238E27FC236}">
                <a16:creationId xmlns:a16="http://schemas.microsoft.com/office/drawing/2014/main" id="{67DDE462-CC9D-8E79-32ED-54BBF2D534D7}"/>
              </a:ext>
            </a:extLst>
          </p:cNvPr>
          <p:cNvSpPr txBox="1"/>
          <p:nvPr/>
        </p:nvSpPr>
        <p:spPr>
          <a:xfrm flipH="1">
            <a:off x="2462423" y="4604050"/>
            <a:ext cx="1370668" cy="28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Barlow"/>
                <a:sym typeface="Barlow"/>
              </a:rPr>
              <a:t>보임</a:t>
            </a:r>
            <a:endParaRPr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Barlow"/>
              <a:sym typeface="Barlow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83D43C6-D91C-EE5A-0D9E-5A7A839E9133}"/>
              </a:ext>
            </a:extLst>
          </p:cNvPr>
          <p:cNvCxnSpPr>
            <a:cxnSpLocks/>
            <a:stCxn id="11" idx="0"/>
          </p:cNvCxnSpPr>
          <p:nvPr/>
        </p:nvCxnSpPr>
        <p:spPr>
          <a:xfrm flipH="1" flipV="1">
            <a:off x="2909455" y="2831893"/>
            <a:ext cx="238302" cy="1772157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A25041DB-BD48-EFA6-32BE-18C47C0301D7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3147757" y="3075709"/>
            <a:ext cx="1065412" cy="1528341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oogle Shape;2086;p72">
            <a:extLst>
              <a:ext uri="{FF2B5EF4-FFF2-40B4-BE49-F238E27FC236}">
                <a16:creationId xmlns:a16="http://schemas.microsoft.com/office/drawing/2014/main" id="{2259132D-0572-055B-A0BA-26E14AAE1B75}"/>
              </a:ext>
            </a:extLst>
          </p:cNvPr>
          <p:cNvSpPr txBox="1"/>
          <p:nvPr/>
        </p:nvSpPr>
        <p:spPr>
          <a:xfrm flipH="1">
            <a:off x="2224121" y="1400141"/>
            <a:ext cx="1370668" cy="282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Barlow"/>
                <a:sym typeface="Barlow"/>
              </a:rPr>
              <a:t>안보임</a:t>
            </a:r>
            <a:endParaRPr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Barlow"/>
              <a:sym typeface="Barlow"/>
            </a:endParaRPr>
          </a:p>
        </p:txBody>
      </p:sp>
    </p:spTree>
    <p:extLst>
      <p:ext uri="{BB962C8B-B14F-4D97-AF65-F5344CB8AC3E}">
        <p14:creationId xmlns:p14="http://schemas.microsoft.com/office/powerpoint/2010/main" val="3899907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33BCB-7AAD-8CCD-AB45-EA39CDE24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39D30C-A6BF-E5AE-DFEA-E3FD4FEEA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443333"/>
            <a:ext cx="7704000" cy="639300"/>
          </a:xfrm>
        </p:spPr>
        <p:txBody>
          <a:bodyPr/>
          <a:lstStyle/>
          <a:p>
            <a:r>
              <a:rPr lang="ko-KR" altLang="en-US" dirty="0"/>
              <a:t>게임 컨셉</a:t>
            </a:r>
            <a:r>
              <a:rPr lang="en-US" altLang="ko-KR" dirty="0"/>
              <a:t> </a:t>
            </a:r>
            <a:r>
              <a:rPr lang="ko-KR" altLang="en-US" sz="1700" dirty="0"/>
              <a:t>시야 </a:t>
            </a:r>
            <a:r>
              <a:rPr lang="en-US" altLang="ko-KR" sz="1700" dirty="0"/>
              <a:t>– 1</a:t>
            </a:r>
            <a:r>
              <a:rPr lang="ko-KR" altLang="en-US" sz="1700" dirty="0"/>
              <a:t>안</a:t>
            </a:r>
            <a:endParaRPr lang="ko-KR" altLang="en-US" dirty="0"/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FAB92578-A7F5-730A-774B-6557E94300EB}"/>
              </a:ext>
            </a:extLst>
          </p:cNvPr>
          <p:cNvSpPr txBox="1">
            <a:spLocks/>
          </p:cNvSpPr>
          <p:nvPr/>
        </p:nvSpPr>
        <p:spPr>
          <a:xfrm>
            <a:off x="5640959" y="2606397"/>
            <a:ext cx="2783041" cy="6393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dirty="0">
                <a:solidFill>
                  <a:schemeClr val="tx1"/>
                </a:solidFill>
              </a:rPr>
              <a:t>건물과 플레이어가 겹쳤을 시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플레이어 주변 일정 부분을 투시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558D112-AD9E-28BD-2A96-B220020EA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426" y="1761839"/>
            <a:ext cx="3717574" cy="2328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82455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B0968-9817-A900-A7FD-DF257E459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C5F930-82EA-4330-3191-BD1E2107E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게임 컨셉</a:t>
            </a:r>
            <a:r>
              <a:rPr lang="en-US" altLang="ko-KR" dirty="0"/>
              <a:t> </a:t>
            </a:r>
            <a:r>
              <a:rPr lang="ko-KR" altLang="en-US" sz="1700" dirty="0"/>
              <a:t>시야 </a:t>
            </a:r>
            <a:r>
              <a:rPr lang="en-US" altLang="ko-KR" sz="1700" dirty="0"/>
              <a:t>– 2</a:t>
            </a:r>
            <a:r>
              <a:rPr lang="ko-KR" altLang="en-US" sz="1700" dirty="0"/>
              <a:t>안</a:t>
            </a:r>
            <a:endParaRPr lang="ko-KR" altLang="en-US" dirty="0"/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FA952591-734A-8280-F948-31C383FFA192}"/>
              </a:ext>
            </a:extLst>
          </p:cNvPr>
          <p:cNvSpPr txBox="1">
            <a:spLocks/>
          </p:cNvSpPr>
          <p:nvPr/>
        </p:nvSpPr>
        <p:spPr>
          <a:xfrm>
            <a:off x="5640959" y="2626653"/>
            <a:ext cx="2783041" cy="592496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ko-KR" altLang="en-US" dirty="0">
                <a:solidFill>
                  <a:schemeClr val="tx1"/>
                </a:solidFill>
              </a:rPr>
              <a:t>지형과 플레이어가 겹쳤을 때 캐릭터의 실루엣만 표시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45C62D1-E073-0465-6ED5-6807DCE9CE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395"/>
          <a:stretch>
            <a:fillRect/>
          </a:stretch>
        </p:blipFill>
        <p:spPr>
          <a:xfrm>
            <a:off x="854426" y="1755546"/>
            <a:ext cx="3717574" cy="233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073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8698DFBD-BA75-7A2D-4DBF-A3DB803B29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ko-KR" altLang="en-US" dirty="0" err="1"/>
              <a:t>타르코프</a:t>
            </a:r>
            <a:r>
              <a:rPr lang="en-US" altLang="ko-KR" dirty="0"/>
              <a:t>(</a:t>
            </a:r>
            <a:r>
              <a:rPr lang="ko-KR" altLang="en-US" dirty="0"/>
              <a:t>머리 </a:t>
            </a:r>
            <a:r>
              <a:rPr lang="en-US" altLang="ko-KR" dirty="0"/>
              <a:t>35, </a:t>
            </a:r>
            <a:r>
              <a:rPr lang="ko-KR" altLang="en-US" dirty="0"/>
              <a:t>흉부 </a:t>
            </a:r>
            <a:r>
              <a:rPr lang="en-US" altLang="ko-KR" dirty="0"/>
              <a:t>85 </a:t>
            </a:r>
            <a:r>
              <a:rPr lang="ko-KR" altLang="en-US" dirty="0"/>
              <a:t>기준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7A6D54-0D28-E4AA-AF8E-8949A8F4820B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ko-KR" altLang="en-US" dirty="0"/>
              <a:t>배틀 그라운드</a:t>
            </a:r>
            <a:r>
              <a:rPr lang="en-US" altLang="ko-KR" dirty="0"/>
              <a:t>(</a:t>
            </a:r>
            <a:r>
              <a:rPr lang="ko-KR" altLang="en-US" dirty="0"/>
              <a:t>체력 </a:t>
            </a:r>
            <a:r>
              <a:rPr lang="en-US" altLang="ko-KR" dirty="0"/>
              <a:t>100</a:t>
            </a:r>
            <a:r>
              <a:rPr lang="ko-KR" altLang="en-US" dirty="0"/>
              <a:t>기준</a:t>
            </a:r>
            <a:r>
              <a:rPr lang="en-US" altLang="ko-KR" dirty="0"/>
              <a:t>, AUG)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79FC2D9-20D1-C383-5C84-AC0793B55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타 게임과의 차이점 </a:t>
            </a:r>
            <a:r>
              <a:rPr lang="ko-KR" altLang="en-US" sz="1700" dirty="0"/>
              <a:t>교전시간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A1B3B4C-B01D-CFF2-6ADE-F5A3F7ECA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368" y="1623091"/>
            <a:ext cx="2682945" cy="251526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CE5A3DB-4C1A-E937-7DB6-F68777D80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623" y="2999084"/>
            <a:ext cx="2314898" cy="93358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9367222-DFB8-D997-84B7-EDB2A11E64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53"/>
          <a:stretch>
            <a:fillRect/>
          </a:stretch>
        </p:blipFill>
        <p:spPr>
          <a:xfrm>
            <a:off x="5037623" y="1945056"/>
            <a:ext cx="2314898" cy="49536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D3DD846-389C-3252-BAF8-C46ADF44584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73" r="79774"/>
          <a:stretch>
            <a:fillRect/>
          </a:stretch>
        </p:blipFill>
        <p:spPr>
          <a:xfrm>
            <a:off x="5037623" y="2437031"/>
            <a:ext cx="598473" cy="562053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567CCEA-59C5-15E1-2838-CA0EAED94E4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6721" r="701"/>
          <a:stretch>
            <a:fillRect/>
          </a:stretch>
        </p:blipFill>
        <p:spPr>
          <a:xfrm>
            <a:off x="6604000" y="2448386"/>
            <a:ext cx="748521" cy="56205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3C43238-150F-C07D-160C-4270A960A76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760" r="35044"/>
          <a:stretch>
            <a:fillRect/>
          </a:stretch>
        </p:blipFill>
        <p:spPr>
          <a:xfrm>
            <a:off x="5636096" y="2448386"/>
            <a:ext cx="967904" cy="562053"/>
          </a:xfrm>
          <a:prstGeom prst="rect">
            <a:avLst/>
          </a:prstGeom>
        </p:spPr>
      </p:pic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2DBC903F-C1A7-09D8-C6E9-EA29A88498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32843"/>
              </p:ext>
            </p:extLst>
          </p:nvPr>
        </p:nvGraphicFramePr>
        <p:xfrm>
          <a:off x="5037623" y="1576384"/>
          <a:ext cx="2314899" cy="370840"/>
        </p:xfrm>
        <a:graphic>
          <a:graphicData uri="http://schemas.openxmlformats.org/drawingml/2006/table">
            <a:tbl>
              <a:tblPr firstRow="1" bandRow="1">
                <a:tableStyleId>{387D6E50-6CB6-4D0D-9CC2-F9A656607190}</a:tableStyleId>
              </a:tblPr>
              <a:tblGrid>
                <a:gridCol w="587322">
                  <a:extLst>
                    <a:ext uri="{9D8B030D-6E8A-4147-A177-3AD203B41FA5}">
                      <a16:colId xmlns:a16="http://schemas.microsoft.com/office/drawing/2014/main" val="4148230532"/>
                    </a:ext>
                  </a:extLst>
                </a:gridCol>
                <a:gridCol w="960582">
                  <a:extLst>
                    <a:ext uri="{9D8B030D-6E8A-4147-A177-3AD203B41FA5}">
                      <a16:colId xmlns:a16="http://schemas.microsoft.com/office/drawing/2014/main" val="1798999824"/>
                    </a:ext>
                  </a:extLst>
                </a:gridCol>
                <a:gridCol w="766995">
                  <a:extLst>
                    <a:ext uri="{9D8B030D-6E8A-4147-A177-3AD203B41FA5}">
                      <a16:colId xmlns:a16="http://schemas.microsoft.com/office/drawing/2014/main" val="42537676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탄 종류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데미지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974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3332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FE1D3-4569-53F5-EE85-A8E2B2D5D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AF75EA-02F1-0A92-BA15-13D3C629A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타 게임과의 차이점 </a:t>
            </a:r>
            <a:r>
              <a:rPr lang="ko-KR" altLang="en-US" sz="1700" dirty="0"/>
              <a:t>교전시간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12E9D01-0B0A-3018-F3B0-AC3C5F4055E9}"/>
              </a:ext>
            </a:extLst>
          </p:cNvPr>
          <p:cNvSpPr txBox="1">
            <a:spLocks/>
          </p:cNvSpPr>
          <p:nvPr/>
        </p:nvSpPr>
        <p:spPr>
          <a:xfrm>
            <a:off x="713224" y="1163050"/>
            <a:ext cx="7703999" cy="3441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tx1"/>
                </a:solidFill>
              </a:rPr>
              <a:t>낮은 </a:t>
            </a:r>
            <a:r>
              <a:rPr lang="en-US" altLang="ko-KR" sz="2000" dirty="0">
                <a:solidFill>
                  <a:schemeClr val="tx1"/>
                </a:solidFill>
              </a:rPr>
              <a:t>DPS</a:t>
            </a:r>
            <a:r>
              <a:rPr lang="ko-KR" altLang="en-US" sz="2000" dirty="0">
                <a:solidFill>
                  <a:schemeClr val="tx1"/>
                </a:solidFill>
              </a:rPr>
              <a:t>를 통해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ko-KR" altLang="en-US" sz="2000" dirty="0">
                <a:solidFill>
                  <a:schemeClr val="tx1"/>
                </a:solidFill>
              </a:rPr>
              <a:t>잠복 플레이</a:t>
            </a:r>
            <a:r>
              <a:rPr lang="en-US" altLang="ko-KR" sz="2000" dirty="0">
                <a:solidFill>
                  <a:schemeClr val="tx1"/>
                </a:solidFill>
              </a:rPr>
              <a:t>(</a:t>
            </a:r>
            <a:r>
              <a:rPr lang="ko-KR" altLang="en-US" sz="2000" dirty="0" err="1">
                <a:solidFill>
                  <a:schemeClr val="tx1"/>
                </a:solidFill>
              </a:rPr>
              <a:t>존버</a:t>
            </a:r>
            <a:r>
              <a:rPr lang="en-US" altLang="ko-KR" sz="2000" dirty="0">
                <a:solidFill>
                  <a:schemeClr val="tx1"/>
                </a:solidFill>
              </a:rPr>
              <a:t>)</a:t>
            </a:r>
            <a:r>
              <a:rPr lang="ko-KR" altLang="en-US" sz="2000" dirty="0">
                <a:solidFill>
                  <a:schemeClr val="tx1"/>
                </a:solidFill>
              </a:rPr>
              <a:t>의 이점을 줄임</a:t>
            </a:r>
            <a:endParaRPr lang="en-US" altLang="ko-KR" sz="20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tx1"/>
                </a:solidFill>
              </a:rPr>
              <a:t>대응도 하기 전에 죽어버리는 상황</a:t>
            </a:r>
            <a:r>
              <a:rPr lang="en-US" altLang="ko-KR" sz="2000" dirty="0">
                <a:solidFill>
                  <a:schemeClr val="tx1"/>
                </a:solidFill>
              </a:rPr>
              <a:t>(</a:t>
            </a:r>
            <a:r>
              <a:rPr lang="ko-KR" altLang="en-US" sz="2000" dirty="0" err="1">
                <a:solidFill>
                  <a:schemeClr val="tx1"/>
                </a:solidFill>
              </a:rPr>
              <a:t>끔살</a:t>
            </a:r>
            <a:r>
              <a:rPr lang="en-US" altLang="ko-KR" sz="2000" dirty="0">
                <a:solidFill>
                  <a:schemeClr val="tx1"/>
                </a:solidFill>
              </a:rPr>
              <a:t>)</a:t>
            </a:r>
            <a:r>
              <a:rPr lang="ko-KR" altLang="en-US" sz="2000" dirty="0">
                <a:solidFill>
                  <a:schemeClr val="tx1"/>
                </a:solidFill>
              </a:rPr>
              <a:t> 등의</a:t>
            </a:r>
            <a:r>
              <a:rPr lang="en-US" altLang="ko-KR" sz="2000" dirty="0">
                <a:solidFill>
                  <a:schemeClr val="tx1"/>
                </a:solidFill>
              </a:rPr>
              <a:t> </a:t>
            </a:r>
            <a:r>
              <a:rPr lang="ko-KR" altLang="en-US" sz="2000" dirty="0">
                <a:solidFill>
                  <a:schemeClr val="tx1"/>
                </a:solidFill>
              </a:rPr>
              <a:t>게임 플레이에 있어서 불쾌할 수 있는 부분을 미연에 방지함</a:t>
            </a:r>
            <a:r>
              <a:rPr lang="en-US" altLang="ko-KR" sz="2000" dirty="0">
                <a:solidFill>
                  <a:schemeClr val="tx1"/>
                </a:solidFill>
              </a:rPr>
              <a:t>. 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tx1"/>
                </a:solidFill>
              </a:rPr>
              <a:t>교전시간 증가를 통해 플레이어의 긴장감을 완화시킴</a:t>
            </a:r>
            <a:r>
              <a:rPr lang="en-US" altLang="ko-KR" sz="2000" dirty="0">
                <a:solidFill>
                  <a:schemeClr val="tx1"/>
                </a:solidFill>
              </a:rPr>
              <a:t>. 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tx1"/>
              </a:solidFill>
            </a:endParaRPr>
          </a:p>
          <a:p>
            <a:pPr lvl="1">
              <a:buClr>
                <a:schemeClr val="tx1"/>
              </a:buClr>
            </a:pPr>
            <a:r>
              <a:rPr lang="en-US" altLang="ko-KR" sz="2000" dirty="0">
                <a:solidFill>
                  <a:schemeClr val="tx1"/>
                </a:solidFill>
              </a:rPr>
              <a:t>		</a:t>
            </a:r>
            <a:r>
              <a:rPr lang="ko-KR" altLang="en-US" sz="2000" dirty="0">
                <a:solidFill>
                  <a:schemeClr val="tx1"/>
                </a:solidFill>
              </a:rPr>
              <a:t>게임의 진입장벽 완화</a:t>
            </a:r>
            <a:endParaRPr lang="en-US" altLang="ko-KR" sz="2000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altLang="ko-KR" sz="2000" dirty="0">
              <a:solidFill>
                <a:schemeClr val="tx1"/>
              </a:solidFill>
            </a:endParaRPr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7BB578C4-946B-7A84-2756-81EB74E10386}"/>
              </a:ext>
            </a:extLst>
          </p:cNvPr>
          <p:cNvSpPr/>
          <p:nvPr/>
        </p:nvSpPr>
        <p:spPr>
          <a:xfrm>
            <a:off x="1034473" y="3751768"/>
            <a:ext cx="1320800" cy="65422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67074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4826C-0EB4-1F68-2856-E2FADF4F3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C57194-D064-ED1B-B04A-C38DA2D85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타 게임과의 차이점 </a:t>
            </a:r>
            <a:r>
              <a:rPr lang="ko-KR" altLang="en-US" sz="1700" dirty="0"/>
              <a:t>카메라 워크</a:t>
            </a:r>
            <a:endParaRPr lang="ko-KR" altLang="en-US" dirty="0"/>
          </a:p>
        </p:txBody>
      </p:sp>
      <p:sp>
        <p:nvSpPr>
          <p:cNvPr id="15" name="object 10">
            <a:extLst>
              <a:ext uri="{FF2B5EF4-FFF2-40B4-BE49-F238E27FC236}">
                <a16:creationId xmlns:a16="http://schemas.microsoft.com/office/drawing/2014/main" id="{06E9E182-25E4-61F0-82CD-8924C33DCAF5}"/>
              </a:ext>
            </a:extLst>
          </p:cNvPr>
          <p:cNvSpPr txBox="1"/>
          <p:nvPr/>
        </p:nvSpPr>
        <p:spPr>
          <a:xfrm>
            <a:off x="451261" y="1165147"/>
            <a:ext cx="3869692" cy="959237"/>
          </a:xfrm>
          <a:prstGeom prst="rect">
            <a:avLst/>
          </a:prstGeom>
        </p:spPr>
        <p:txBody>
          <a:bodyPr vert="horz" wrap="square" lIns="0" tIns="213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lang="ko-KR" altLang="en-US" sz="2400" b="1" spc="-150" dirty="0">
                <a:solidFill>
                  <a:srgbClr val="FFC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자연스러운 카메라 움직임</a:t>
            </a:r>
            <a:endParaRPr sz="240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lang="ko-KR" altLang="en-US" sz="1600" spc="85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마우스를 따라 카메라가 회전</a:t>
            </a:r>
            <a:endParaRPr sz="160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CB33004-3573-97C7-993D-A66CBFEB4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61" y="2515540"/>
            <a:ext cx="4120739" cy="2388880"/>
          </a:xfrm>
          <a:prstGeom prst="rect">
            <a:avLst/>
          </a:prstGeom>
        </p:spPr>
      </p:pic>
      <p:sp>
        <p:nvSpPr>
          <p:cNvPr id="17" name="object 9">
            <a:extLst>
              <a:ext uri="{FF2B5EF4-FFF2-40B4-BE49-F238E27FC236}">
                <a16:creationId xmlns:a16="http://schemas.microsoft.com/office/drawing/2014/main" id="{4FC3D9AC-5FC2-421B-B14E-0C124E6CCA16}"/>
              </a:ext>
            </a:extLst>
          </p:cNvPr>
          <p:cNvSpPr txBox="1"/>
          <p:nvPr/>
        </p:nvSpPr>
        <p:spPr>
          <a:xfrm>
            <a:off x="5292935" y="1110741"/>
            <a:ext cx="3131065" cy="2027286"/>
          </a:xfrm>
          <a:prstGeom prst="rect">
            <a:avLst/>
          </a:prstGeom>
        </p:spPr>
        <p:txBody>
          <a:bodyPr vert="horz" wrap="square" lIns="0" tIns="213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lang="ko-KR" altLang="en-US" sz="2400" b="1" spc="-20" dirty="0">
                <a:solidFill>
                  <a:srgbClr val="FFC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마우스 위치 시야 확보</a:t>
            </a:r>
            <a:endParaRPr sz="240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  <a:p>
            <a:pPr marL="12700" marR="5080">
              <a:lnSpc>
                <a:spcPct val="150100"/>
              </a:lnSpc>
              <a:spcBef>
                <a:spcPts val="85"/>
              </a:spcBef>
            </a:pPr>
            <a:r>
              <a:rPr lang="ko-KR" altLang="en-US" sz="1600" spc="85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마우스의 위치가 변할 때마다 </a:t>
            </a:r>
            <a:br>
              <a:rPr lang="en-US" altLang="ko-KR" sz="1600" spc="85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</a:br>
            <a:r>
              <a:rPr lang="ko-KR" altLang="en-US" sz="1600" spc="85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카메라도 같이 회전하여 </a:t>
            </a:r>
            <a:br>
              <a:rPr lang="en-US" altLang="ko-KR" sz="1600" spc="85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</a:br>
            <a:r>
              <a:rPr lang="ko-KR" altLang="en-US" sz="1600" spc="85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항상 마우스의 위치와 카메라의 방향이 정렬됨</a:t>
            </a:r>
            <a:endParaRPr sz="160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  <p:sp>
        <p:nvSpPr>
          <p:cNvPr id="18" name="object 9">
            <a:extLst>
              <a:ext uri="{FF2B5EF4-FFF2-40B4-BE49-F238E27FC236}">
                <a16:creationId xmlns:a16="http://schemas.microsoft.com/office/drawing/2014/main" id="{B69C66E3-5A71-4971-A822-30D1CECA798E}"/>
              </a:ext>
            </a:extLst>
          </p:cNvPr>
          <p:cNvSpPr txBox="1"/>
          <p:nvPr/>
        </p:nvSpPr>
        <p:spPr>
          <a:xfrm>
            <a:off x="5292935" y="3138027"/>
            <a:ext cx="3131065" cy="1657954"/>
          </a:xfrm>
          <a:prstGeom prst="rect">
            <a:avLst/>
          </a:prstGeom>
        </p:spPr>
        <p:txBody>
          <a:bodyPr vert="horz" wrap="square" lIns="0" tIns="213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lang="ko-KR" altLang="en-US" sz="2400" b="1" spc="-20" dirty="0">
                <a:solidFill>
                  <a:srgbClr val="FFC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전방 시야 확보</a:t>
            </a:r>
            <a:endParaRPr lang="ko-KR" altLang="en-US" sz="240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  <a:p>
            <a:pPr marL="12700" marR="5080">
              <a:lnSpc>
                <a:spcPct val="150100"/>
              </a:lnSpc>
              <a:spcBef>
                <a:spcPts val="85"/>
              </a:spcBef>
            </a:pPr>
            <a:r>
              <a:rPr lang="ko-KR" altLang="en-US" sz="1600" spc="85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</a:rPr>
              <a:t>캐릭터를 화면 중앙보다 아래에 두어 후방 시야보다 전방 시야를 더 넓게 보여줌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58968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3B15B-5992-E019-B0B9-C9DE44C66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EBD9F-9E17-DC08-F0E2-5122BAAE2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타 게임과의 차이점 </a:t>
            </a:r>
            <a:r>
              <a:rPr lang="ko-KR" altLang="en-US" sz="1700" dirty="0"/>
              <a:t>카메라 워크</a:t>
            </a:r>
            <a:endParaRPr lang="ko-KR" altLang="en-US" dirty="0"/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CAD7AB34-AE46-C21C-D310-D17D39825801}"/>
              </a:ext>
            </a:extLst>
          </p:cNvPr>
          <p:cNvSpPr txBox="1">
            <a:spLocks/>
          </p:cNvSpPr>
          <p:nvPr/>
        </p:nvSpPr>
        <p:spPr>
          <a:xfrm>
            <a:off x="713224" y="1163050"/>
            <a:ext cx="7703999" cy="3441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tx1"/>
                </a:solidFill>
              </a:rPr>
              <a:t>기존의 </a:t>
            </a:r>
            <a:r>
              <a:rPr lang="ko-KR" altLang="en-US" sz="2000" dirty="0" err="1">
                <a:solidFill>
                  <a:schemeClr val="tx1"/>
                </a:solidFill>
              </a:rPr>
              <a:t>쿼터뷰</a:t>
            </a:r>
            <a:r>
              <a:rPr lang="ko-KR" altLang="en-US" sz="2000" dirty="0">
                <a:solidFill>
                  <a:schemeClr val="tx1"/>
                </a:solidFill>
              </a:rPr>
              <a:t> 시점으로 진행되는 게임들의 카메라는 한 위치에 고정되어 회전하지 않는 방식 </a:t>
            </a:r>
            <a:r>
              <a:rPr lang="en-US" altLang="ko-KR" sz="2000" dirty="0">
                <a:solidFill>
                  <a:schemeClr val="tx1"/>
                </a:solidFill>
              </a:rPr>
              <a:t>(</a:t>
            </a:r>
            <a:r>
              <a:rPr lang="ko-KR" altLang="en-US" sz="2000" dirty="0">
                <a:solidFill>
                  <a:schemeClr val="tx1"/>
                </a:solidFill>
              </a:rPr>
              <a:t>정적</a:t>
            </a:r>
            <a:r>
              <a:rPr lang="en-US" altLang="ko-KR" sz="2000" dirty="0">
                <a:solidFill>
                  <a:schemeClr val="tx1"/>
                </a:solidFill>
              </a:rPr>
              <a:t>)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/>
                </a:solidFill>
              </a:rPr>
              <a:t>TPS </a:t>
            </a:r>
            <a:r>
              <a:rPr lang="ko-KR" altLang="en-US" sz="2000" dirty="0">
                <a:solidFill>
                  <a:schemeClr val="tx1"/>
                </a:solidFill>
              </a:rPr>
              <a:t>장르의 게임과 유사한 카메라 워크를 채택하여 </a:t>
            </a:r>
            <a:r>
              <a:rPr lang="ko-KR" altLang="en-US" sz="2000" dirty="0">
                <a:solidFill>
                  <a:srgbClr val="FFC000"/>
                </a:solidFill>
              </a:rPr>
              <a:t>넓은 시야를 제공 </a:t>
            </a:r>
            <a:r>
              <a:rPr lang="ko-KR" altLang="en-US" sz="2000" dirty="0">
                <a:solidFill>
                  <a:schemeClr val="tx1"/>
                </a:solidFill>
              </a:rPr>
              <a:t>하면서도 더욱 </a:t>
            </a:r>
            <a:r>
              <a:rPr lang="ko-KR" altLang="en-US" sz="2000" dirty="0">
                <a:solidFill>
                  <a:srgbClr val="FFC000"/>
                </a:solidFill>
              </a:rPr>
              <a:t>몰입되는 게임플레이</a:t>
            </a:r>
            <a:r>
              <a:rPr lang="ko-KR" altLang="en-US" sz="2000" dirty="0">
                <a:solidFill>
                  <a:schemeClr val="tx1"/>
                </a:solidFill>
              </a:rPr>
              <a:t>를 목표로 함</a:t>
            </a:r>
            <a:r>
              <a:rPr lang="en-US" altLang="ko-KR" sz="2000" dirty="0">
                <a:solidFill>
                  <a:schemeClr val="tx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219189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90820-C788-1712-FD7A-B0ADFD2D8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C60B14-AB69-942C-3876-D07850AD3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타 게임과의 </a:t>
            </a:r>
            <a:r>
              <a:rPr lang="ko-KR" altLang="en-US"/>
              <a:t>차이점 </a:t>
            </a:r>
            <a:r>
              <a:rPr lang="ko-KR" altLang="en-US" sz="1700"/>
              <a:t>기획 의도</a:t>
            </a:r>
            <a:endParaRPr lang="ko-KR" altLang="en-US" dirty="0"/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78F23DCC-98B6-9183-9147-1DC96D352838}"/>
              </a:ext>
            </a:extLst>
          </p:cNvPr>
          <p:cNvSpPr txBox="1">
            <a:spLocks/>
          </p:cNvSpPr>
          <p:nvPr/>
        </p:nvSpPr>
        <p:spPr>
          <a:xfrm>
            <a:off x="713224" y="1163050"/>
            <a:ext cx="7703999" cy="3441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tx1"/>
              </a:buClr>
            </a:pPr>
            <a:r>
              <a:rPr lang="ko-KR" altLang="en-US" sz="2500" b="1" dirty="0">
                <a:solidFill>
                  <a:srgbClr val="FFC000"/>
                </a:solidFill>
              </a:rPr>
              <a:t>이러한 방식의 카메라를 채택한 이유</a:t>
            </a:r>
            <a:endParaRPr lang="en-US" altLang="ko-KR" sz="2000" b="1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FFC000"/>
                </a:solidFill>
              </a:rPr>
              <a:t>비 숙련자</a:t>
            </a:r>
            <a:r>
              <a:rPr lang="ko-KR" altLang="en-US" sz="2000" dirty="0">
                <a:solidFill>
                  <a:schemeClr val="tx1"/>
                </a:solidFill>
              </a:rPr>
              <a:t>도 </a:t>
            </a:r>
            <a:r>
              <a:rPr lang="ko-KR" altLang="en-US" sz="2000" dirty="0" err="1">
                <a:solidFill>
                  <a:schemeClr val="tx1"/>
                </a:solidFill>
              </a:rPr>
              <a:t>맵을</a:t>
            </a:r>
            <a:r>
              <a:rPr lang="ko-KR" altLang="en-US" sz="2000" dirty="0">
                <a:solidFill>
                  <a:schemeClr val="tx1"/>
                </a:solidFill>
              </a:rPr>
              <a:t> 더욱 넓게 활용 가능</a:t>
            </a:r>
            <a:br>
              <a:rPr lang="en-US" altLang="ko-KR" sz="2000" dirty="0">
                <a:solidFill>
                  <a:schemeClr val="tx1"/>
                </a:solidFill>
              </a:rPr>
            </a:br>
            <a:endParaRPr lang="en-US" altLang="ko-KR" sz="20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ko-KR" sz="2000" dirty="0">
                <a:solidFill>
                  <a:schemeClr val="tx1"/>
                </a:solidFill>
              </a:rPr>
              <a:t>‘</a:t>
            </a:r>
            <a:r>
              <a:rPr lang="ko-KR" altLang="en-US" sz="2000" dirty="0">
                <a:solidFill>
                  <a:schemeClr val="tx1"/>
                </a:solidFill>
              </a:rPr>
              <a:t>전장의 안개</a:t>
            </a:r>
            <a:r>
              <a:rPr lang="en-US" altLang="ko-KR" sz="2000" dirty="0">
                <a:solidFill>
                  <a:schemeClr val="tx1"/>
                </a:solidFill>
              </a:rPr>
              <a:t>’</a:t>
            </a:r>
            <a:r>
              <a:rPr lang="ko-KR" altLang="en-US" sz="2000" dirty="0">
                <a:solidFill>
                  <a:schemeClr val="tx1"/>
                </a:solidFill>
              </a:rPr>
              <a:t>와 함께 사용하여 한 화면에 담기는 정보의 양을 </a:t>
            </a:r>
            <a:r>
              <a:rPr lang="ko-KR" altLang="en-US" sz="2000" dirty="0">
                <a:solidFill>
                  <a:srgbClr val="FFC000"/>
                </a:solidFill>
              </a:rPr>
              <a:t>제한</a:t>
            </a:r>
            <a:r>
              <a:rPr lang="ko-KR" altLang="en-US" sz="2000" dirty="0">
                <a:solidFill>
                  <a:schemeClr val="tx1"/>
                </a:solidFill>
              </a:rPr>
              <a:t>해 전술적 요소의 깊이를 더함</a:t>
            </a:r>
            <a:endParaRPr lang="en-US" altLang="ko-KR" sz="2000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altLang="ko-KR" sz="20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2000" dirty="0" err="1">
                <a:solidFill>
                  <a:schemeClr val="tx1"/>
                </a:solidFill>
              </a:rPr>
              <a:t>쿼터뷰</a:t>
            </a:r>
            <a:r>
              <a:rPr lang="ko-KR" altLang="en-US" sz="2000" dirty="0">
                <a:solidFill>
                  <a:schemeClr val="tx1"/>
                </a:solidFill>
              </a:rPr>
              <a:t> 시점의 게임에서 느껴질 수 있는 부족한 </a:t>
            </a:r>
            <a:r>
              <a:rPr lang="ko-KR" altLang="en-US" sz="2000" dirty="0">
                <a:solidFill>
                  <a:srgbClr val="FFC000"/>
                </a:solidFill>
              </a:rPr>
              <a:t>몰입감</a:t>
            </a:r>
            <a:r>
              <a:rPr lang="ko-KR" altLang="en-US" sz="2000" dirty="0">
                <a:solidFill>
                  <a:schemeClr val="tx1"/>
                </a:solidFill>
              </a:rPr>
              <a:t>을 카메라 워크를 통해 해결</a:t>
            </a:r>
            <a:endParaRPr lang="en-US" altLang="ko-KR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24393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37E09-FE24-8FFE-A5C5-C3E4E6DBF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E2707D-90F8-01F4-B4C2-4C9910F9F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환경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2CC9B14-4E6F-6511-C641-0C375AD2F852}"/>
              </a:ext>
            </a:extLst>
          </p:cNvPr>
          <p:cNvSpPr txBox="1">
            <a:spLocks/>
          </p:cNvSpPr>
          <p:nvPr/>
        </p:nvSpPr>
        <p:spPr>
          <a:xfrm>
            <a:off x="713224" y="1163050"/>
            <a:ext cx="7703999" cy="3441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ko-KR" sz="1800" dirty="0">
                <a:solidFill>
                  <a:schemeClr val="tx1"/>
                </a:solidFill>
              </a:rPr>
              <a:t>DirectX 12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ko-KR" sz="1800" dirty="0">
                <a:solidFill>
                  <a:schemeClr val="tx1"/>
                </a:solidFill>
              </a:rPr>
              <a:t>Visual Studio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ko-KR" sz="1800" dirty="0">
                <a:solidFill>
                  <a:schemeClr val="tx1"/>
                </a:solidFill>
              </a:rPr>
              <a:t>3DS Max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ko-KR" sz="1800" dirty="0">
                <a:solidFill>
                  <a:schemeClr val="tx1"/>
                </a:solidFill>
              </a:rPr>
              <a:t>GitHub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altLang="ko-KR" sz="1800" dirty="0">
              <a:solidFill>
                <a:schemeClr val="tx1"/>
              </a:solidFill>
            </a:endParaRP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ko-KR" sz="1800" dirty="0">
                <a:solidFill>
                  <a:schemeClr val="tx1"/>
                </a:solidFill>
              </a:rPr>
              <a:t>Unity</a:t>
            </a:r>
            <a:endParaRPr lang="ko-KR" altLang="en-US" sz="1800" dirty="0">
              <a:solidFill>
                <a:schemeClr val="tx1"/>
              </a:solidFill>
            </a:endParaRPr>
          </a:p>
        </p:txBody>
      </p:sp>
      <p:pic>
        <p:nvPicPr>
          <p:cNvPr id="1026" name="Picture 2" descr="Visual Studio - Wikipedia">
            <a:extLst>
              <a:ext uri="{FF2B5EF4-FFF2-40B4-BE49-F238E27FC236}">
                <a16:creationId xmlns:a16="http://schemas.microsoft.com/office/drawing/2014/main" id="{44C3B07A-F394-205A-54C0-C6E432D9F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6101" y="922584"/>
            <a:ext cx="2008107" cy="2008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C7701FF-ACCB-EBA6-78CB-B99545118A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934" t="17240" r="19113" b="17216"/>
          <a:stretch>
            <a:fillRect/>
          </a:stretch>
        </p:blipFill>
        <p:spPr>
          <a:xfrm>
            <a:off x="7220154" y="3209746"/>
            <a:ext cx="745592" cy="788815"/>
          </a:xfrm>
          <a:prstGeom prst="rect">
            <a:avLst/>
          </a:prstGeom>
        </p:spPr>
      </p:pic>
      <p:pic>
        <p:nvPicPr>
          <p:cNvPr id="1030" name="Picture 6" descr="DirectX - 위키백과, 우리 모두의 백과사전">
            <a:extLst>
              <a:ext uri="{FF2B5EF4-FFF2-40B4-BE49-F238E27FC236}">
                <a16:creationId xmlns:a16="http://schemas.microsoft.com/office/drawing/2014/main" id="{6C11E17B-A04A-FA6E-FAAA-5703AFCD8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9670" y="1318169"/>
            <a:ext cx="2115251" cy="2102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Unity Industry: Transform 3D Data to Build Anything">
            <a:extLst>
              <a:ext uri="{FF2B5EF4-FFF2-40B4-BE49-F238E27FC236}">
                <a16:creationId xmlns:a16="http://schemas.microsoft.com/office/drawing/2014/main" id="{528C06DE-FC0C-B2B5-F686-56A5E2162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0507" y="2497860"/>
            <a:ext cx="2440863" cy="1371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01B07DC-2ECC-D225-13D3-DE61F28196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1669" y="3787933"/>
            <a:ext cx="1183661" cy="118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0967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823F29C9-E3BD-E6C2-A428-2091DB1F7DD3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011400" y="1730500"/>
            <a:ext cx="2302200" cy="2764200"/>
          </a:xfrm>
        </p:spPr>
        <p:txBody>
          <a:bodyPr/>
          <a:lstStyle/>
          <a:p>
            <a:pPr marL="139700" indent="0">
              <a:buClr>
                <a:schemeClr val="tx1"/>
              </a:buClr>
              <a:buNone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39700" indent="0">
              <a:buClr>
                <a:schemeClr val="tx1"/>
              </a:buClr>
              <a:buNone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C, C++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프로그래밍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39700" indent="0">
              <a:buClr>
                <a:schemeClr val="tx1"/>
              </a:buClr>
              <a:buNone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게임 수학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39700" indent="0">
              <a:buClr>
                <a:schemeClr val="tx1"/>
              </a:buClr>
              <a:buNone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STL</a:t>
            </a:r>
          </a:p>
          <a:p>
            <a:pPr marL="139700" indent="0">
              <a:buClr>
                <a:schemeClr val="tx1"/>
              </a:buClr>
              <a:buNone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네트워크 게임 프로그래밍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39700" indent="0">
              <a:buClr>
                <a:schemeClr val="tx1"/>
              </a:buClr>
              <a:buNone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게임 서버 프로그래밍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655F9-800B-0F5A-13AA-D936BF22FC7C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420901" y="1730500"/>
            <a:ext cx="2302200" cy="2764200"/>
          </a:xfrm>
        </p:spPr>
        <p:txBody>
          <a:bodyPr/>
          <a:lstStyle/>
          <a:p>
            <a:pPr marL="139700" indent="0">
              <a:buClr>
                <a:schemeClr val="tx1"/>
              </a:buClr>
              <a:buNone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39700" indent="0">
              <a:buClr>
                <a:schemeClr val="tx1"/>
              </a:buClr>
              <a:buNone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C, C++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프로그래밍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39700" indent="0">
              <a:buClr>
                <a:schemeClr val="tx1"/>
              </a:buClr>
              <a:buNone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컴퓨터 그래픽스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39700" indent="0">
              <a:buClr>
                <a:schemeClr val="tx1"/>
              </a:buClr>
              <a:buNone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게임 수학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39700" indent="0">
              <a:buClr>
                <a:schemeClr val="tx1"/>
              </a:buClr>
              <a:buNone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3D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모델링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</a:p>
          <a:p>
            <a:pPr marL="139700" indent="0">
              <a:buClr>
                <a:schemeClr val="tx1"/>
              </a:buClr>
              <a:buNone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STL</a:t>
            </a:r>
          </a:p>
          <a:p>
            <a:pPr marL="139700" indent="0">
              <a:buClr>
                <a:schemeClr val="tx1"/>
              </a:buClr>
              <a:buNone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3D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게임 프로그래밍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1, 2</a:t>
            </a:r>
          </a:p>
          <a:p>
            <a:pPr marL="139700" indent="0">
              <a:buClr>
                <a:schemeClr val="tx1"/>
              </a:buClr>
              <a:buNone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네트워크 게임 프로그래밍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39700" indent="0">
              <a:buClr>
                <a:schemeClr val="tx1"/>
              </a:buClr>
              <a:buNone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인공지능</a:t>
            </a: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5B95FC81-8D2C-E275-1C32-30FC133F79BF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830401" y="1730500"/>
            <a:ext cx="2302200" cy="2764200"/>
          </a:xfrm>
        </p:spPr>
        <p:txBody>
          <a:bodyPr/>
          <a:lstStyle/>
          <a:p>
            <a:pPr marL="139700" indent="0">
              <a:buClr>
                <a:schemeClr val="tx1"/>
              </a:buClr>
              <a:buNone/>
            </a:pP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39700" indent="0">
              <a:buClr>
                <a:schemeClr val="tx1"/>
              </a:buClr>
              <a:buNone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C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프로그래밍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39700" indent="0">
              <a:buClr>
                <a:schemeClr val="tx1"/>
              </a:buClr>
              <a:buNone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컴퓨터 그래픽스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39700" indent="0">
              <a:buClr>
                <a:schemeClr val="tx1"/>
              </a:buClr>
              <a:buNone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STL</a:t>
            </a:r>
          </a:p>
          <a:p>
            <a:pPr marL="139700" indent="0">
              <a:buClr>
                <a:schemeClr val="tx1"/>
              </a:buClr>
              <a:buNone/>
            </a:pP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3D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게임 프로그래밍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</a:p>
          <a:p>
            <a:pPr marL="139700" indent="0">
              <a:buClr>
                <a:schemeClr val="tx1"/>
              </a:buClr>
              <a:buNone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인공지능</a:t>
            </a:r>
          </a:p>
          <a:p>
            <a:pPr>
              <a:buClr>
                <a:schemeClr val="tx1"/>
              </a:buClr>
            </a:pP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B91500EF-893C-678D-40ED-461BF4CDBC7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011400" y="1341725"/>
            <a:ext cx="2302200" cy="519900"/>
          </a:xfrm>
        </p:spPr>
        <p:txBody>
          <a:bodyPr/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안현우</a:t>
            </a:r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EC570042-F204-D553-7B82-8935B11F388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420907" y="1341725"/>
            <a:ext cx="2302200" cy="519900"/>
          </a:xfrm>
        </p:spPr>
        <p:txBody>
          <a:bodyPr/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강민서</a:t>
            </a:r>
          </a:p>
        </p:txBody>
      </p:sp>
      <p:sp>
        <p:nvSpPr>
          <p:cNvPr id="7" name="부제목 6">
            <a:extLst>
              <a:ext uri="{FF2B5EF4-FFF2-40B4-BE49-F238E27FC236}">
                <a16:creationId xmlns:a16="http://schemas.microsoft.com/office/drawing/2014/main" id="{D40DC1F9-ACC5-3377-38EC-987EED87525D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5830406" y="1341725"/>
            <a:ext cx="2302200" cy="519900"/>
          </a:xfrm>
        </p:spPr>
        <p:txBody>
          <a:bodyPr/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한준수</a:t>
            </a:r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43D1EB8D-DA69-095D-3DA7-5F6E411F520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20000" y="445025"/>
            <a:ext cx="7704000" cy="639300"/>
          </a:xfrm>
        </p:spPr>
        <p:txBody>
          <a:bodyPr/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준비 현황</a:t>
            </a:r>
          </a:p>
        </p:txBody>
      </p:sp>
    </p:spTree>
    <p:extLst>
      <p:ext uri="{BB962C8B-B14F-4D97-AF65-F5344CB8AC3E}">
        <p14:creationId xmlns:p14="http://schemas.microsoft.com/office/powerpoint/2010/main" val="23036223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D15CF-AC07-6AB2-9EED-6408C40C0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D23FA4-FE3E-06A7-4E29-04F6CFA05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일정</a:t>
            </a:r>
            <a:r>
              <a:rPr lang="en-US" altLang="ko-KR" dirty="0"/>
              <a:t>(</a:t>
            </a:r>
            <a:r>
              <a:rPr lang="ko-KR" altLang="en-US" dirty="0"/>
              <a:t>임시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FC4F14-9D45-3E1D-EF7C-934E27499EE4}"/>
              </a:ext>
            </a:extLst>
          </p:cNvPr>
          <p:cNvSpPr txBox="1">
            <a:spLocks/>
          </p:cNvSpPr>
          <p:nvPr/>
        </p:nvSpPr>
        <p:spPr>
          <a:xfrm>
            <a:off x="713224" y="1163050"/>
            <a:ext cx="7703999" cy="34410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F7B68B6-CFE5-8E9C-578B-6E948E98AC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580261"/>
              </p:ext>
            </p:extLst>
          </p:nvPr>
        </p:nvGraphicFramePr>
        <p:xfrm>
          <a:off x="981000" y="1372460"/>
          <a:ext cx="7182000" cy="2207687"/>
        </p:xfrm>
        <a:graphic>
          <a:graphicData uri="http://schemas.openxmlformats.org/drawingml/2006/table">
            <a:tbl>
              <a:tblPr firstRow="1" firstCol="1" bandRow="1">
                <a:tableStyleId>{387D6E50-6CB6-4D0D-9CC2-F9A656607190}</a:tableStyleId>
              </a:tblPr>
              <a:tblGrid>
                <a:gridCol w="1946928">
                  <a:extLst>
                    <a:ext uri="{9D8B030D-6E8A-4147-A177-3AD203B41FA5}">
                      <a16:colId xmlns:a16="http://schemas.microsoft.com/office/drawing/2014/main" val="2333186032"/>
                    </a:ext>
                  </a:extLst>
                </a:gridCol>
                <a:gridCol w="654384">
                  <a:extLst>
                    <a:ext uri="{9D8B030D-6E8A-4147-A177-3AD203B41FA5}">
                      <a16:colId xmlns:a16="http://schemas.microsoft.com/office/drawing/2014/main" val="3880682947"/>
                    </a:ext>
                  </a:extLst>
                </a:gridCol>
                <a:gridCol w="654384">
                  <a:extLst>
                    <a:ext uri="{9D8B030D-6E8A-4147-A177-3AD203B41FA5}">
                      <a16:colId xmlns:a16="http://schemas.microsoft.com/office/drawing/2014/main" val="3492794856"/>
                    </a:ext>
                  </a:extLst>
                </a:gridCol>
                <a:gridCol w="654384">
                  <a:extLst>
                    <a:ext uri="{9D8B030D-6E8A-4147-A177-3AD203B41FA5}">
                      <a16:colId xmlns:a16="http://schemas.microsoft.com/office/drawing/2014/main" val="2307364209"/>
                    </a:ext>
                  </a:extLst>
                </a:gridCol>
                <a:gridCol w="654384">
                  <a:extLst>
                    <a:ext uri="{9D8B030D-6E8A-4147-A177-3AD203B41FA5}">
                      <a16:colId xmlns:a16="http://schemas.microsoft.com/office/drawing/2014/main" val="1548953500"/>
                    </a:ext>
                  </a:extLst>
                </a:gridCol>
                <a:gridCol w="654384">
                  <a:extLst>
                    <a:ext uri="{9D8B030D-6E8A-4147-A177-3AD203B41FA5}">
                      <a16:colId xmlns:a16="http://schemas.microsoft.com/office/drawing/2014/main" val="1487158360"/>
                    </a:ext>
                  </a:extLst>
                </a:gridCol>
                <a:gridCol w="654384">
                  <a:extLst>
                    <a:ext uri="{9D8B030D-6E8A-4147-A177-3AD203B41FA5}">
                      <a16:colId xmlns:a16="http://schemas.microsoft.com/office/drawing/2014/main" val="67027561"/>
                    </a:ext>
                  </a:extLst>
                </a:gridCol>
                <a:gridCol w="654384">
                  <a:extLst>
                    <a:ext uri="{9D8B030D-6E8A-4147-A177-3AD203B41FA5}">
                      <a16:colId xmlns:a16="http://schemas.microsoft.com/office/drawing/2014/main" val="19673806"/>
                    </a:ext>
                  </a:extLst>
                </a:gridCol>
                <a:gridCol w="654384">
                  <a:extLst>
                    <a:ext uri="{9D8B030D-6E8A-4147-A177-3AD203B41FA5}">
                      <a16:colId xmlns:a16="http://schemas.microsoft.com/office/drawing/2014/main" val="2155150665"/>
                    </a:ext>
                  </a:extLst>
                </a:gridCol>
              </a:tblGrid>
              <a:tr h="243596"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sz="1100" baseline="0" dirty="0">
                          <a:effectLst/>
                          <a:ea typeface="+mn-ea"/>
                        </a:rPr>
                        <a:t>항 목</a:t>
                      </a: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sz="1100" baseline="0" dirty="0">
                          <a:effectLst/>
                          <a:ea typeface="+mn-ea"/>
                        </a:rPr>
                        <a:t>1월</a:t>
                      </a: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sz="1100" baseline="0" dirty="0">
                          <a:effectLst/>
                          <a:ea typeface="+mn-ea"/>
                        </a:rPr>
                        <a:t>2월</a:t>
                      </a: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sz="1100" baseline="0">
                          <a:effectLst/>
                          <a:ea typeface="+mn-ea"/>
                        </a:rPr>
                        <a:t>3월</a:t>
                      </a:r>
                      <a:endParaRPr lang="ko-KR" sz="100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sz="1100" baseline="0" dirty="0">
                          <a:effectLst/>
                          <a:ea typeface="+mn-ea"/>
                        </a:rPr>
                        <a:t>4월</a:t>
                      </a: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sz="1100" baseline="0">
                          <a:effectLst/>
                          <a:ea typeface="+mn-ea"/>
                        </a:rPr>
                        <a:t>5월</a:t>
                      </a:r>
                      <a:endParaRPr lang="ko-KR" sz="100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sz="1100" baseline="0">
                          <a:effectLst/>
                          <a:ea typeface="+mn-ea"/>
                        </a:rPr>
                        <a:t>6월</a:t>
                      </a:r>
                      <a:endParaRPr lang="ko-KR" sz="100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sz="1100" baseline="0">
                          <a:effectLst/>
                          <a:ea typeface="+mn-ea"/>
                        </a:rPr>
                        <a:t>7월</a:t>
                      </a:r>
                      <a:endParaRPr lang="ko-KR" sz="100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sz="1100" baseline="0" dirty="0">
                          <a:effectLst/>
                          <a:ea typeface="+mn-ea"/>
                        </a:rPr>
                        <a:t>8월</a:t>
                      </a: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4262676"/>
                  </a:ext>
                </a:extLst>
              </a:tr>
              <a:tr h="211249">
                <a:tc>
                  <a:txBody>
                    <a:bodyPr/>
                    <a:lstStyle/>
                    <a:p>
                      <a:pPr algn="just" latinLnBrk="1">
                        <a:buNone/>
                      </a:pPr>
                      <a:r>
                        <a:rPr lang="ko-KR" sz="1100" spc="-35" baseline="0" dirty="0">
                          <a:effectLst/>
                          <a:ea typeface="+mn-ea"/>
                        </a:rPr>
                        <a:t>프레임 워크 제작</a:t>
                      </a: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sz="1100" baseline="0">
                          <a:effectLst/>
                          <a:ea typeface="+mn-ea"/>
                        </a:rPr>
                        <a:t> </a:t>
                      </a:r>
                      <a:endParaRPr lang="ko-KR" sz="100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sz="1100" baseline="0">
                          <a:effectLst/>
                          <a:ea typeface="+mn-ea"/>
                        </a:rPr>
                        <a:t> </a:t>
                      </a:r>
                      <a:endParaRPr lang="ko-KR" sz="100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sz="1100" baseline="0">
                          <a:effectLst/>
                          <a:ea typeface="+mn-ea"/>
                        </a:rPr>
                        <a:t> </a:t>
                      </a:r>
                      <a:endParaRPr lang="ko-KR" sz="100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sz="1100" baseline="0" dirty="0">
                          <a:effectLst/>
                          <a:ea typeface="+mn-ea"/>
                        </a:rPr>
                        <a:t> </a:t>
                      </a: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149035"/>
                  </a:ext>
                </a:extLst>
              </a:tr>
              <a:tr h="211249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aseline="0" dirty="0">
                          <a:effectLst/>
                          <a:ea typeface="+mn-ea"/>
                        </a:rPr>
                        <a:t>서버 프레임워크 제작</a:t>
                      </a:r>
                      <a:endParaRPr lang="ko-KR" altLang="ko-KR" sz="8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883933"/>
                  </a:ext>
                </a:extLst>
              </a:tr>
              <a:tr h="211249">
                <a:tc>
                  <a:txBody>
                    <a:bodyPr/>
                    <a:lstStyle/>
                    <a:p>
                      <a:pPr algn="just" latinLnBrk="1">
                        <a:buNone/>
                      </a:pPr>
                      <a:r>
                        <a:rPr lang="ko-KR" sz="1100" baseline="0" dirty="0">
                          <a:effectLst/>
                          <a:ea typeface="+mn-ea"/>
                        </a:rPr>
                        <a:t>게임 컨텐츠 제작</a:t>
                      </a: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sz="1100" baseline="0" dirty="0">
                          <a:effectLst/>
                          <a:ea typeface="+mn-ea"/>
                        </a:rPr>
                        <a:t> </a:t>
                      </a: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sz="1100" baseline="0">
                          <a:effectLst/>
                          <a:ea typeface="+mn-ea"/>
                        </a:rPr>
                        <a:t> </a:t>
                      </a:r>
                      <a:endParaRPr lang="ko-KR" sz="100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sz="1100" baseline="0" dirty="0">
                          <a:effectLst/>
                          <a:ea typeface="+mn-ea"/>
                        </a:rPr>
                        <a:t> </a:t>
                      </a: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873831"/>
                  </a:ext>
                </a:extLst>
              </a:tr>
              <a:tr h="211249">
                <a:tc>
                  <a:txBody>
                    <a:bodyPr/>
                    <a:lstStyle/>
                    <a:p>
                      <a:pPr algn="just" latinLnBrk="1">
                        <a:buNone/>
                      </a:pPr>
                      <a:r>
                        <a:rPr lang="ko-KR" sz="1100" baseline="0" dirty="0">
                          <a:effectLst/>
                          <a:latin typeface="+mn-lt"/>
                          <a:ea typeface="+mn-ea"/>
                        </a:rPr>
                        <a:t>클라</a:t>
                      </a:r>
                      <a:r>
                        <a:rPr lang="en-US" sz="1100" baseline="0" dirty="0">
                          <a:effectLst/>
                          <a:latin typeface="+mn-lt"/>
                          <a:ea typeface="+mn-ea"/>
                        </a:rPr>
                        <a:t>/</a:t>
                      </a:r>
                      <a:r>
                        <a:rPr lang="ko-KR" sz="1100" baseline="0" dirty="0">
                          <a:effectLst/>
                          <a:latin typeface="+mn-lt"/>
                          <a:ea typeface="+mn-ea"/>
                        </a:rPr>
                        <a:t>서버 연동</a:t>
                      </a: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sz="1100" baseline="0">
                          <a:effectLst/>
                          <a:ea typeface="+mn-ea"/>
                        </a:rPr>
                        <a:t> </a:t>
                      </a:r>
                      <a:endParaRPr lang="ko-KR" sz="100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sz="1100" baseline="0" dirty="0">
                          <a:effectLst/>
                          <a:ea typeface="+mn-ea"/>
                        </a:rPr>
                        <a:t> </a:t>
                      </a: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sz="1100" baseline="0" dirty="0">
                          <a:effectLst/>
                          <a:ea typeface="+mn-ea"/>
                        </a:rPr>
                        <a:t> </a:t>
                      </a: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sz="1100" baseline="0">
                          <a:effectLst/>
                          <a:ea typeface="+mn-ea"/>
                        </a:rPr>
                        <a:t> </a:t>
                      </a:r>
                      <a:endParaRPr lang="ko-KR" sz="100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110442"/>
                  </a:ext>
                </a:extLst>
              </a:tr>
              <a:tr h="211249">
                <a:tc>
                  <a:txBody>
                    <a:bodyPr/>
                    <a:lstStyle/>
                    <a:p>
                      <a:pPr algn="just" latinLnBrk="1">
                        <a:buNone/>
                      </a:pPr>
                      <a:r>
                        <a:rPr lang="ko-KR" sz="1100" baseline="0" dirty="0">
                          <a:effectLst/>
                          <a:latin typeface="+mn-lt"/>
                          <a:ea typeface="+mn-ea"/>
                        </a:rPr>
                        <a:t>전장의 안개 구현</a:t>
                      </a: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sz="1100" baseline="0">
                          <a:effectLst/>
                          <a:ea typeface="+mn-ea"/>
                        </a:rPr>
                        <a:t> </a:t>
                      </a:r>
                      <a:endParaRPr lang="ko-KR" sz="100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sz="1100" baseline="0">
                          <a:effectLst/>
                          <a:ea typeface="+mn-ea"/>
                        </a:rPr>
                        <a:t> </a:t>
                      </a:r>
                      <a:endParaRPr lang="ko-KR" sz="100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sz="1100" baseline="0" dirty="0">
                          <a:effectLst/>
                          <a:ea typeface="+mn-ea"/>
                        </a:rPr>
                        <a:t> </a:t>
                      </a: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223582"/>
                  </a:ext>
                </a:extLst>
              </a:tr>
              <a:tr h="274099">
                <a:tc>
                  <a:txBody>
                    <a:bodyPr/>
                    <a:lstStyle/>
                    <a:p>
                      <a:pPr algn="just" latinLnBrk="1">
                        <a:buNone/>
                      </a:pPr>
                      <a:r>
                        <a:rPr lang="ko-KR" altLang="en-US" sz="10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panose="020B0604020202020204" pitchFamily="34" charset="0"/>
                        </a:rPr>
                        <a:t>애니메이션</a:t>
                      </a: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sz="1100" baseline="0" dirty="0">
                          <a:effectLst/>
                          <a:ea typeface="+mn-ea"/>
                        </a:rPr>
                        <a:t> </a:t>
                      </a: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sz="1100" baseline="0" dirty="0">
                          <a:effectLst/>
                          <a:ea typeface="+mn-ea"/>
                        </a:rPr>
                        <a:t> </a:t>
                      </a: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sz="1100" baseline="0" dirty="0">
                          <a:effectLst/>
                          <a:ea typeface="+mn-ea"/>
                        </a:rPr>
                        <a:t> </a:t>
                      </a: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3115116"/>
                  </a:ext>
                </a:extLst>
              </a:tr>
              <a:tr h="211249">
                <a:tc>
                  <a:txBody>
                    <a:bodyPr/>
                    <a:lstStyle/>
                    <a:p>
                      <a:pPr algn="just" latinLnBrk="1">
                        <a:buNone/>
                      </a:pPr>
                      <a:r>
                        <a:rPr lang="ko-KR" altLang="en-US" sz="100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HY신명조" panose="02030600000101010101" pitchFamily="18" charset="-127"/>
                        </a:rPr>
                        <a:t>후처리</a:t>
                      </a: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sz="1100" baseline="0" dirty="0">
                          <a:effectLst/>
                          <a:ea typeface="+mn-ea"/>
                        </a:rPr>
                        <a:t> </a:t>
                      </a: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r>
                        <a:rPr lang="en-US" sz="1100" baseline="0">
                          <a:effectLst/>
                          <a:ea typeface="+mn-ea"/>
                        </a:rPr>
                        <a:t> </a:t>
                      </a:r>
                      <a:endParaRPr lang="ko-KR" sz="100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531141"/>
                  </a:ext>
                </a:extLst>
              </a:tr>
              <a:tr h="211249">
                <a:tc>
                  <a:txBody>
                    <a:bodyPr/>
                    <a:lstStyle/>
                    <a:p>
                      <a:pPr algn="just" latinLnBrk="1">
                        <a:buNone/>
                      </a:pPr>
                      <a:r>
                        <a:rPr lang="ko-KR" sz="1100" baseline="0" dirty="0">
                          <a:effectLst/>
                          <a:latin typeface="+mn-lt"/>
                          <a:ea typeface="+mn-ea"/>
                        </a:rPr>
                        <a:t>사운드 및</a:t>
                      </a:r>
                      <a:r>
                        <a:rPr lang="en-US" sz="1100" baseline="0" dirty="0">
                          <a:effectLst/>
                          <a:latin typeface="+mn-lt"/>
                          <a:ea typeface="+mn-ea"/>
                        </a:rPr>
                        <a:t> UI</a:t>
                      </a: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9554567"/>
                  </a:ext>
                </a:extLst>
              </a:tr>
              <a:tr h="211249">
                <a:tc>
                  <a:txBody>
                    <a:bodyPr/>
                    <a:lstStyle/>
                    <a:p>
                      <a:pPr algn="just" latinLnBrk="1">
                        <a:buNone/>
                      </a:pPr>
                      <a:r>
                        <a:rPr lang="ko-KR" sz="1100" baseline="0" dirty="0">
                          <a:effectLst/>
                          <a:latin typeface="+mn-lt"/>
                          <a:ea typeface="+mn-ea"/>
                        </a:rPr>
                        <a:t>버그 수정 및 테스트</a:t>
                      </a: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>
                        <a:buNone/>
                      </a:pPr>
                      <a:endParaRPr lang="ko-KR" sz="100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HY신명조" panose="02030600000101010101" pitchFamily="18" charset="-127"/>
                      </a:endParaRPr>
                    </a:p>
                  </a:txBody>
                  <a:tcPr marL="17780" marR="17780" marT="17780" marB="1778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461353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53E9FA1-4A78-476C-CD6B-5FDAA3302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979412"/>
              </p:ext>
            </p:extLst>
          </p:nvPr>
        </p:nvGraphicFramePr>
        <p:xfrm>
          <a:off x="3429367" y="3743422"/>
          <a:ext cx="1878003" cy="1295400"/>
        </p:xfrm>
        <a:graphic>
          <a:graphicData uri="http://schemas.openxmlformats.org/drawingml/2006/table">
            <a:tbl>
              <a:tblPr firstRow="1" bandRow="1">
                <a:tableStyleId>{387D6E50-6CB6-4D0D-9CC2-F9A656607190}</a:tableStyleId>
              </a:tblPr>
              <a:tblGrid>
                <a:gridCol w="1149668">
                  <a:extLst>
                    <a:ext uri="{9D8B030D-6E8A-4147-A177-3AD203B41FA5}">
                      <a16:colId xmlns:a16="http://schemas.microsoft.com/office/drawing/2014/main" val="1267181543"/>
                    </a:ext>
                  </a:extLst>
                </a:gridCol>
                <a:gridCol w="728335">
                  <a:extLst>
                    <a:ext uri="{9D8B030D-6E8A-4147-A177-3AD203B41FA5}">
                      <a16:colId xmlns:a16="http://schemas.microsoft.com/office/drawing/2014/main" val="3474073334"/>
                    </a:ext>
                  </a:extLst>
                </a:gridCol>
              </a:tblGrid>
              <a:tr h="2121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강민서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823317"/>
                  </a:ext>
                </a:extLst>
              </a:tr>
              <a:tr h="2121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안현우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9426924"/>
                  </a:ext>
                </a:extLst>
              </a:tr>
              <a:tr h="2121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한준수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75292"/>
                  </a:ext>
                </a:extLst>
              </a:tr>
              <a:tr h="2121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강민서</a:t>
                      </a: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한준수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6202532"/>
                  </a:ext>
                </a:extLst>
              </a:tr>
              <a:tr h="21216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dirty="0">
                          <a:latin typeface="+mn-ea"/>
                          <a:ea typeface="+mn-ea"/>
                        </a:rPr>
                        <a:t>전원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8125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0053156"/>
      </p:ext>
    </p:extLst>
  </p:cSld>
  <p:clrMapOvr>
    <a:masterClrMapping/>
  </p:clrMapOvr>
</p:sld>
</file>

<file path=ppt/theme/theme1.xml><?xml version="1.0" encoding="utf-8"?>
<a:theme xmlns:a="http://schemas.openxmlformats.org/drawingml/2006/main" name="Apocalypse Survival Guide by Slidesgo">
  <a:themeElements>
    <a:clrScheme name="Simple Light">
      <a:dk1>
        <a:srgbClr val="F7F9F7"/>
      </a:dk1>
      <a:lt1>
        <a:srgbClr val="394541"/>
      </a:lt1>
      <a:dk2>
        <a:srgbClr val="9EAD9A"/>
      </a:dk2>
      <a:lt2>
        <a:srgbClr val="717C81"/>
      </a:lt2>
      <a:accent1>
        <a:srgbClr val="86887A"/>
      </a:accent1>
      <a:accent2>
        <a:srgbClr val="83956B"/>
      </a:accent2>
      <a:accent3>
        <a:srgbClr val="071902"/>
      </a:accent3>
      <a:accent4>
        <a:srgbClr val="74606E"/>
      </a:accent4>
      <a:accent5>
        <a:srgbClr val="60454C"/>
      </a:accent5>
      <a:accent6>
        <a:srgbClr val="A36848"/>
      </a:accent6>
      <a:hlink>
        <a:srgbClr val="F7F9F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1232</TotalTime>
  <Words>830</Words>
  <Application>Microsoft Office PowerPoint</Application>
  <PresentationFormat>화면 슬라이드 쇼(16:9)</PresentationFormat>
  <Paragraphs>280</Paragraphs>
  <Slides>28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8" baseType="lpstr">
      <vt:lpstr>Noto Sans KR</vt:lpstr>
      <vt:lpstr>Barlow</vt:lpstr>
      <vt:lpstr>Impact</vt:lpstr>
      <vt:lpstr>Anton</vt:lpstr>
      <vt:lpstr>Arial</vt:lpstr>
      <vt:lpstr>휴먼매직체</vt:lpstr>
      <vt:lpstr>Malgun Gothic</vt:lpstr>
      <vt:lpstr>Noto Sans KR Black</vt:lpstr>
      <vt:lpstr>Assistant</vt:lpstr>
      <vt:lpstr>Apocalypse Survival Guide by Slidesgo</vt:lpstr>
      <vt:lpstr>ESPCAPE FROM  DARK ZONE</vt:lpstr>
      <vt:lpstr>목차</vt:lpstr>
      <vt:lpstr>연구 목적</vt:lpstr>
      <vt:lpstr>구현 내용 및 중점 연구 분야</vt:lpstr>
      <vt:lpstr>게임 소개 스토리</vt:lpstr>
      <vt:lpstr>게임 소개 게임 특징</vt:lpstr>
      <vt:lpstr>게임 소개 게임 흐름</vt:lpstr>
      <vt:lpstr>게임 소개 맵</vt:lpstr>
      <vt:lpstr>게임 컨셉 맵 레퍼런스</vt:lpstr>
      <vt:lpstr>게임 컨셉 무기</vt:lpstr>
      <vt:lpstr>게임 컨셉 방어구</vt:lpstr>
      <vt:lpstr>게임 컨셉 사용아이템</vt:lpstr>
      <vt:lpstr>게임 컨셉 플레이어</vt:lpstr>
      <vt:lpstr>게임 컨셉 적대NPC</vt:lpstr>
      <vt:lpstr>게임 컨셉 적대NPC</vt:lpstr>
      <vt:lpstr>게임 컨셉 적대NPC</vt:lpstr>
      <vt:lpstr>게임 컨셉 조작 방식</vt:lpstr>
      <vt:lpstr>게임 컨셉 시야</vt:lpstr>
      <vt:lpstr>게임 컨셉 시야 – 1안</vt:lpstr>
      <vt:lpstr>게임 컨셉 시야 – 2안</vt:lpstr>
      <vt:lpstr>타 게임과의 차이점 교전시간</vt:lpstr>
      <vt:lpstr>타 게임과의 차이점 교전시간</vt:lpstr>
      <vt:lpstr>타 게임과의 차이점 카메라 워크</vt:lpstr>
      <vt:lpstr>타 게임과의 차이점 카메라 워크</vt:lpstr>
      <vt:lpstr>타 게임과의 차이점 기획 의도</vt:lpstr>
      <vt:lpstr>개발 환경</vt:lpstr>
      <vt:lpstr>준비 현황</vt:lpstr>
      <vt:lpstr>개발 일정(임시)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</dc:creator>
  <cp:lastModifiedBy>민서 강</cp:lastModifiedBy>
  <cp:revision>166</cp:revision>
  <dcterms:modified xsi:type="dcterms:W3CDTF">2025-12-21T16:59:40Z</dcterms:modified>
</cp:coreProperties>
</file>